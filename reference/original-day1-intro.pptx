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10287000" cx="18288000"/>
  <p:notesSz cx="6858000" cy="9144000"/>
  <p:embeddedFontLst>
    <p:embeddedFont>
      <p:font typeface="Helvetica Neue"/>
      <p:regular r:id="rId30"/>
      <p:bold r:id="rId31"/>
      <p:italic r:id="rId32"/>
      <p:boldItalic r:id="rId33"/>
    </p:embeddedFont>
    <p:embeddedFont>
      <p:font typeface="Helvetica Neue Light"/>
      <p:regular r:id="rId34"/>
      <p:bold r:id="rId35"/>
      <p:italic r:id="rId36"/>
      <p:boldItalic r:id="rId37"/>
    </p:embeddedFont>
    <p:embeddedFont>
      <p:font typeface="DM Serif Display"/>
      <p:regular r:id="rId38"/>
      <p: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6.xml"/><Relationship Id="rId33" Type="http://schemas.openxmlformats.org/officeDocument/2006/relationships/font" Target="fonts/HelveticaNeue-boldItalic.fntdata"/><Relationship Id="rId10" Type="http://schemas.openxmlformats.org/officeDocument/2006/relationships/slide" Target="slides/slide5.xml"/><Relationship Id="rId32" Type="http://schemas.openxmlformats.org/officeDocument/2006/relationships/font" Target="fonts/HelveticaNeue-italic.fntdata"/><Relationship Id="rId13" Type="http://schemas.openxmlformats.org/officeDocument/2006/relationships/slide" Target="slides/slide8.xml"/><Relationship Id="rId35" Type="http://schemas.openxmlformats.org/officeDocument/2006/relationships/font" Target="fonts/HelveticaNeueLight-bold.fntdata"/><Relationship Id="rId12" Type="http://schemas.openxmlformats.org/officeDocument/2006/relationships/slide" Target="slides/slide7.xml"/><Relationship Id="rId34" Type="http://schemas.openxmlformats.org/officeDocument/2006/relationships/font" Target="fonts/HelveticaNeueLight-regular.fntdata"/><Relationship Id="rId15" Type="http://schemas.openxmlformats.org/officeDocument/2006/relationships/slide" Target="slides/slide10.xml"/><Relationship Id="rId37" Type="http://schemas.openxmlformats.org/officeDocument/2006/relationships/font" Target="fonts/HelveticaNeueLight-boldItalic.fntdata"/><Relationship Id="rId14" Type="http://schemas.openxmlformats.org/officeDocument/2006/relationships/slide" Target="slides/slide9.xml"/><Relationship Id="rId36" Type="http://schemas.openxmlformats.org/officeDocument/2006/relationships/font" Target="fonts/HelveticaNeueLight-italic.fntdata"/><Relationship Id="rId17" Type="http://schemas.openxmlformats.org/officeDocument/2006/relationships/slide" Target="slides/slide12.xml"/><Relationship Id="rId39" Type="http://schemas.openxmlformats.org/officeDocument/2006/relationships/font" Target="fonts/DMSerifDisplay-italic.fntdata"/><Relationship Id="rId16" Type="http://schemas.openxmlformats.org/officeDocument/2006/relationships/slide" Target="slides/slide11.xml"/><Relationship Id="rId38" Type="http://schemas.openxmlformats.org/officeDocument/2006/relationships/font" Target="fonts/DMSerifDisplay-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5ff25a3172341394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h5ff25a317234139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5ff25a3172341394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5ff25a317234139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5ff25a3172341394_1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5ff25a3172341394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5ff25a3172341394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5ff25a317234139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5ff25a3172341394_1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5ff25a3172341394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5ff25a3172341394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h5ff25a3172341394_1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5ff25a3172341394_1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h5ff25a3172341394_1_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Things are really starting to work</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5ff25a3172341394_1_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h5ff25a3172341394_1_18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One aspect that makes these models so powerful is their ability to recombine concepts to create new things. </a:t>
            </a:r>
            <a:endParaRPr/>
          </a:p>
          <a:p>
            <a:pPr indent="0" lvl="0" marL="0" rtl="0" algn="l">
              <a:lnSpc>
                <a:spcPct val="100000"/>
              </a:lnSpc>
              <a:spcBef>
                <a:spcPts val="1200"/>
              </a:spcBef>
              <a:spcAft>
                <a:spcPts val="0"/>
              </a:spcAft>
              <a:buNone/>
            </a:pPr>
            <a:r>
              <a:rPr lang="en-US" sz="1200">
                <a:latin typeface="Calibri"/>
                <a:ea typeface="Calibri"/>
                <a:cs typeface="Calibri"/>
                <a:sym typeface="Calibri"/>
              </a:rPr>
              <a:t>For example, given a new text input ‘a cup of cat’, DALLE-2 can generate an image containing both the cup and cat. This ability, which we call compositionality, is the key force behind the creativity (and originality) of such models. </a:t>
            </a:r>
            <a:endParaRPr/>
          </a:p>
          <a:p>
            <a:pPr indent="0" lvl="0" marL="0" rtl="0" algn="l">
              <a:lnSpc>
                <a:spcPct val="100000"/>
              </a:lnSpc>
              <a:spcBef>
                <a:spcPts val="1200"/>
              </a:spcBef>
              <a:spcAft>
                <a:spcPts val="0"/>
              </a:spcAft>
              <a:buNone/>
            </a:pPr>
            <a:r>
              <a:t/>
            </a:r>
            <a:endParaRPr sz="1200">
              <a:latin typeface="Calibri"/>
              <a:ea typeface="Calibri"/>
              <a:cs typeface="Calibri"/>
              <a:sym typeface="Calibri"/>
            </a:endParaRPr>
          </a:p>
          <a:p>
            <a:pPr indent="0" lvl="0" marL="0" rtl="0" algn="l">
              <a:lnSpc>
                <a:spcPct val="100000"/>
              </a:lnSpc>
              <a:spcBef>
                <a:spcPts val="1200"/>
              </a:spcBef>
              <a:spcAft>
                <a:spcPts val="0"/>
              </a:spcAft>
              <a:buNone/>
            </a:pPr>
            <a:r>
              <a:t/>
            </a:r>
            <a:endParaRPr sz="1200">
              <a:latin typeface="Calibri"/>
              <a:ea typeface="Calibri"/>
              <a:cs typeface="Calibri"/>
              <a:sym typeface="Calibri"/>
            </a:endParaRPr>
          </a:p>
          <a:p>
            <a:pPr indent="0" lvl="0" marL="0" rtl="0" algn="l">
              <a:lnSpc>
                <a:spcPct val="100000"/>
              </a:lnSpc>
              <a:spcBef>
                <a:spcPts val="1200"/>
              </a:spcBef>
              <a:spcAft>
                <a:spcPts val="0"/>
              </a:spcAft>
              <a:buNone/>
            </a:pPr>
            <a:r>
              <a:rPr lang="en-US" sz="1200">
                <a:latin typeface="Calibri"/>
                <a:ea typeface="Calibri"/>
                <a:cs typeface="Calibri"/>
                <a:sym typeface="Calibri"/>
              </a:rPr>
              <a:t>%</a:t>
            </a:r>
            <a:endParaRPr/>
          </a:p>
          <a:p>
            <a:pPr indent="0" lvl="0" marL="0" rtl="0" algn="l">
              <a:lnSpc>
                <a:spcPct val="100000"/>
              </a:lnSpc>
              <a:spcBef>
                <a:spcPts val="1200"/>
              </a:spcBef>
              <a:spcAft>
                <a:spcPts val="0"/>
              </a:spcAft>
              <a:buNone/>
            </a:pPr>
            <a:r>
              <a:rPr lang="en-US" sz="1200">
                <a:latin typeface="Calibri"/>
                <a:ea typeface="Calibri"/>
                <a:cs typeface="Calibri"/>
                <a:sym typeface="Calibri"/>
              </a:rPr>
              <a:t>first show the caption, and then show the image</a:t>
            </a:r>
            <a:endParaRPr/>
          </a:p>
          <a:p>
            <a:pPr indent="0" lvl="0" marL="0" rtl="0" algn="l">
              <a:lnSpc>
                <a:spcPct val="100000"/>
              </a:lnSpc>
              <a:spcBef>
                <a:spcPts val="1200"/>
              </a:spcBef>
              <a:spcAft>
                <a:spcPts val="0"/>
              </a:spcAft>
              <a:buNone/>
            </a:pPr>
            <a:r>
              <a:rPr lang="en-US" sz="1200">
                <a:latin typeface="Calibri"/>
                <a:ea typeface="Calibri"/>
                <a:cs typeface="Calibri"/>
                <a:sym typeface="Calibri"/>
              </a:rPr>
              <a:t>a cup of coffee, a cat, a cup of cat</a:t>
            </a:r>
            <a:endParaRPr/>
          </a:p>
          <a:p>
            <a:pPr indent="0" lvl="0" marL="0" rtl="0" algn="l">
              <a:lnSpc>
                <a:spcPct val="100000"/>
              </a:lnSpc>
              <a:spcBef>
                <a:spcPts val="1200"/>
              </a:spcBef>
              <a:spcAft>
                <a:spcPts val="0"/>
              </a:spcAft>
              <a:buNone/>
            </a:pPr>
            <a:r>
              <a:rPr lang="en-US" sz="1200">
                <a:latin typeface="Calibri"/>
                <a:ea typeface="Calibri"/>
                <a:cs typeface="Calibri"/>
                <a:sym typeface="Calibri"/>
              </a:rPr>
              <a:t>emerged sometimes, but this is </a:t>
            </a:r>
            <a:endParaRPr/>
          </a:p>
          <a:p>
            <a:pPr indent="0" lvl="0" marL="0" rtl="0" algn="l">
              <a:lnSpc>
                <a:spcPct val="100000"/>
              </a:lnSpc>
              <a:spcBef>
                <a:spcPts val="1200"/>
              </a:spcBef>
              <a:spcAft>
                <a:spcPts val="0"/>
              </a:spcAft>
              <a:buNone/>
            </a:pPr>
            <a:r>
              <a:rPr lang="en-US" sz="1200">
                <a:latin typeface="Calibri"/>
                <a:ea typeface="Calibri"/>
                <a:cs typeface="Calibri"/>
                <a:sym typeface="Calibri"/>
              </a:rPr>
              <a:t>show the caption first, and then show the image</a:t>
            </a:r>
            <a:endParaRPr/>
          </a:p>
          <a:p>
            <a:pPr indent="0" lvl="0" marL="0" rtl="0" algn="l">
              <a:lnSpc>
                <a:spcPct val="100000"/>
              </a:lnSpc>
              <a:spcBef>
                <a:spcPts val="1200"/>
              </a:spcBef>
              <a:spcAft>
                <a:spcPts val="0"/>
              </a:spcAft>
              <a:buNone/>
            </a:pPr>
            <a:r>
              <a:rPr lang="en-US" sz="1200">
                <a:latin typeface="Calibri"/>
                <a:ea typeface="Calibri"/>
                <a:cs typeface="Calibri"/>
                <a:sym typeface="Calibri"/>
              </a:rPr>
              <a:t>show multiple images and this are not cherry picked</a:t>
            </a:r>
            <a:endParaRPr/>
          </a:p>
          <a:p>
            <a:pPr indent="0" lvl="0" marL="0" rtl="0" algn="l">
              <a:lnSpc>
                <a:spcPct val="100000"/>
              </a:lnSpc>
              <a:spcBef>
                <a:spcPts val="1200"/>
              </a:spcBef>
              <a:spcAft>
                <a:spcPts val="0"/>
              </a:spcAft>
              <a:buNone/>
            </a:pPr>
            <a:r>
              <a:t/>
            </a:r>
            <a:endParaRPr sz="1200">
              <a:latin typeface="Calibri"/>
              <a:ea typeface="Calibri"/>
              <a:cs typeface="Calibri"/>
              <a:sym typeface="Calibri"/>
            </a:endParaRPr>
          </a:p>
          <a:p>
            <a:pPr indent="0" lvl="0" marL="0" rtl="0" algn="l">
              <a:lnSpc>
                <a:spcPct val="100000"/>
              </a:lnSpc>
              <a:spcBef>
                <a:spcPts val="1200"/>
              </a:spcBef>
              <a:spcAft>
                <a:spcPts val="0"/>
              </a:spcAft>
              <a:buNone/>
            </a:pPr>
            <a:r>
              <a:t/>
            </a:r>
            <a:endParaRPr sz="1200">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5ff25a3172341394_1_32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h5ff25a3172341394_1_3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5ff25a3172341394_0_3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h5ff25a3172341394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3e96b31c2fcfe89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h3e96b31c2fcfe899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5ff25a3172341394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h5ff25a3172341394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h5ff25a3172341394_1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h5ff25a3172341394_1_4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5ff25a3172341394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h5ff25a317234139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5ff25a317234139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h5ff25a317234139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5ff25a3172341394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h5ff25a317234139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h5ff25a3172341394_1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h5ff25a3172341394_1_4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2839fff82a0bf6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h2839fff82a0bf68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ype="title">
  <p:cSld name="TITLE">
    <p:bg>
      <p:bgPr>
        <a:solidFill>
          <a:srgbClr val="C0322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ne" type="obj">
  <p:cSld name="OBJECT">
    <p:spTree>
      <p:nvGrpSpPr>
        <p:cNvPr id="16" name="Shape 16"/>
        <p:cNvGrpSpPr/>
        <p:nvPr/>
      </p:nvGrpSpPr>
      <p:grpSpPr>
        <a:xfrm>
          <a:off x="0" y="0"/>
          <a:ext cx="0" cy="0"/>
          <a:chOff x="0" y="0"/>
          <a:chExt cx="0" cy="0"/>
        </a:xfrm>
      </p:grpSpPr>
      <p:sp>
        <p:nvSpPr>
          <p:cNvPr id="17" name="Google Shape;17;p4"/>
          <p:cNvSpPr/>
          <p:nvPr>
            <p:ph idx="2" type="pic"/>
          </p:nvPr>
        </p:nvSpPr>
        <p:spPr>
          <a:xfrm>
            <a:off x="9164850" y="993300"/>
            <a:ext cx="8073600" cy="8300400"/>
          </a:xfrm>
          <a:prstGeom prst="rect">
            <a:avLst/>
          </a:prstGeom>
          <a:noFill/>
          <a:ln cap="flat" cmpd="sng" w="19050">
            <a:solidFill>
              <a:srgbClr val="C03221"/>
            </a:solidFill>
            <a:prstDash val="solid"/>
            <a:round/>
            <a:headEnd len="sm" w="sm" type="none"/>
            <a:tailEnd len="sm" w="sm" type="none"/>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type="secHead">
  <p:cSld name="SECTION_HEADER">
    <p:spTree>
      <p:nvGrpSpPr>
        <p:cNvPr id="18" name="Shape 18"/>
        <p:cNvGrpSpPr/>
        <p:nvPr/>
      </p:nvGrpSpPr>
      <p:grpSpPr>
        <a:xfrm>
          <a:off x="0" y="0"/>
          <a:ext cx="0" cy="0"/>
          <a:chOff x="0" y="0"/>
          <a:chExt cx="0" cy="0"/>
        </a:xfrm>
      </p:grpSpPr>
      <p:sp>
        <p:nvSpPr>
          <p:cNvPr id="19" name="Google Shape;19;p5"/>
          <p:cNvSpPr/>
          <p:nvPr>
            <p:ph idx="2" type="pic"/>
          </p:nvPr>
        </p:nvSpPr>
        <p:spPr>
          <a:xfrm>
            <a:off x="1015500" y="1022400"/>
            <a:ext cx="8141700" cy="4127400"/>
          </a:xfrm>
          <a:prstGeom prst="rect">
            <a:avLst/>
          </a:prstGeom>
          <a:noFill/>
          <a:ln cap="flat" cmpd="sng" w="19050">
            <a:solidFill>
              <a:srgbClr val="C03221"/>
            </a:solidFill>
            <a:prstDash val="solid"/>
            <a:round/>
            <a:headEnd len="sm" w="sm" type="none"/>
            <a:tailEnd len="sm" w="sm" type="none"/>
          </a:ln>
        </p:spPr>
      </p:sp>
      <p:sp>
        <p:nvSpPr>
          <p:cNvPr id="20" name="Google Shape;20;p5"/>
          <p:cNvSpPr/>
          <p:nvPr>
            <p:ph idx="3" type="pic"/>
          </p:nvPr>
        </p:nvSpPr>
        <p:spPr>
          <a:xfrm>
            <a:off x="1015500" y="5119100"/>
            <a:ext cx="8141700" cy="4127400"/>
          </a:xfrm>
          <a:prstGeom prst="rect">
            <a:avLst/>
          </a:prstGeom>
          <a:noFill/>
          <a:ln cap="flat" cmpd="sng" w="19050">
            <a:solidFill>
              <a:srgbClr val="C03221"/>
            </a:solidFill>
            <a:prstDash val="solid"/>
            <a:round/>
            <a:headEnd len="sm" w="sm" type="none"/>
            <a:tailEnd len="sm" w="sm" type="none"/>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type="twoObj">
  <p:cSld name="TWO_OBJECTS">
    <p:spTree>
      <p:nvGrpSpPr>
        <p:cNvPr id="21" name="Shape 21"/>
        <p:cNvGrpSpPr/>
        <p:nvPr/>
      </p:nvGrpSpPr>
      <p:grpSpPr>
        <a:xfrm>
          <a:off x="0" y="0"/>
          <a:ext cx="0" cy="0"/>
          <a:chOff x="0" y="0"/>
          <a:chExt cx="0" cy="0"/>
        </a:xfrm>
      </p:grpSpPr>
      <p:sp>
        <p:nvSpPr>
          <p:cNvPr id="22" name="Google Shape;22;p6"/>
          <p:cNvSpPr/>
          <p:nvPr>
            <p:ph idx="2" type="pic"/>
          </p:nvPr>
        </p:nvSpPr>
        <p:spPr>
          <a:xfrm>
            <a:off x="1015500" y="5118388"/>
            <a:ext cx="3506400" cy="4127400"/>
          </a:xfrm>
          <a:prstGeom prst="rect">
            <a:avLst/>
          </a:prstGeom>
          <a:noFill/>
          <a:ln cap="flat" cmpd="sng" w="19050">
            <a:solidFill>
              <a:srgbClr val="C03221"/>
            </a:solidFill>
            <a:prstDash val="solid"/>
            <a:round/>
            <a:headEnd len="sm" w="sm" type="none"/>
            <a:tailEnd len="sm" w="sm" type="none"/>
          </a:ln>
        </p:spPr>
      </p:sp>
      <p:sp>
        <p:nvSpPr>
          <p:cNvPr id="23" name="Google Shape;23;p6"/>
          <p:cNvSpPr/>
          <p:nvPr>
            <p:ph idx="3" type="pic"/>
          </p:nvPr>
        </p:nvSpPr>
        <p:spPr>
          <a:xfrm>
            <a:off x="4498625" y="5111500"/>
            <a:ext cx="7599900" cy="4127400"/>
          </a:xfrm>
          <a:prstGeom prst="rect">
            <a:avLst/>
          </a:prstGeom>
          <a:noFill/>
          <a:ln cap="flat" cmpd="sng" w="19050">
            <a:solidFill>
              <a:srgbClr val="C03221"/>
            </a:solidFill>
            <a:prstDash val="solid"/>
            <a:round/>
            <a:headEnd len="sm" w="sm" type="none"/>
            <a:tailEnd len="sm" w="sm" type="none"/>
          </a:ln>
        </p:spPr>
      </p:sp>
      <p:sp>
        <p:nvSpPr>
          <p:cNvPr id="24" name="Google Shape;24;p6"/>
          <p:cNvSpPr/>
          <p:nvPr>
            <p:ph idx="4" type="pic"/>
          </p:nvPr>
        </p:nvSpPr>
        <p:spPr>
          <a:xfrm>
            <a:off x="12121825" y="5111500"/>
            <a:ext cx="5142000" cy="4127400"/>
          </a:xfrm>
          <a:prstGeom prst="rect">
            <a:avLst/>
          </a:prstGeom>
          <a:noFill/>
          <a:ln cap="flat" cmpd="sng" w="19050">
            <a:solidFill>
              <a:srgbClr val="C03221"/>
            </a:solidFill>
            <a:prstDash val="solid"/>
            <a:round/>
            <a:headEnd len="sm" w="sm" type="none"/>
            <a:tailEnd len="sm" w="sm" type="none"/>
          </a:ln>
        </p:spPr>
      </p:sp>
      <p:sp>
        <p:nvSpPr>
          <p:cNvPr id="25" name="Google Shape;25;p6"/>
          <p:cNvSpPr/>
          <p:nvPr>
            <p:ph idx="5" type="pic"/>
          </p:nvPr>
        </p:nvSpPr>
        <p:spPr>
          <a:xfrm>
            <a:off x="1015500" y="1022400"/>
            <a:ext cx="5726100" cy="4127400"/>
          </a:xfrm>
          <a:prstGeom prst="rect">
            <a:avLst/>
          </a:prstGeom>
          <a:noFill/>
          <a:ln cap="flat" cmpd="sng" w="19050">
            <a:solidFill>
              <a:srgbClr val="C03221"/>
            </a:solidFill>
            <a:prstDash val="solid"/>
            <a:round/>
            <a:headEnd len="sm" w="sm" type="none"/>
            <a:tailEnd len="sm" w="sm" type="none"/>
          </a:ln>
        </p:spPr>
      </p:sp>
      <p:sp>
        <p:nvSpPr>
          <p:cNvPr id="26" name="Google Shape;26;p6"/>
          <p:cNvSpPr/>
          <p:nvPr>
            <p:ph idx="6" type="pic"/>
          </p:nvPr>
        </p:nvSpPr>
        <p:spPr>
          <a:xfrm>
            <a:off x="6754700" y="1022400"/>
            <a:ext cx="7599900" cy="4127400"/>
          </a:xfrm>
          <a:prstGeom prst="rect">
            <a:avLst/>
          </a:prstGeom>
          <a:noFill/>
          <a:ln cap="flat" cmpd="sng" w="19050">
            <a:solidFill>
              <a:srgbClr val="C03221"/>
            </a:solidFill>
            <a:prstDash val="solid"/>
            <a:round/>
            <a:headEnd len="sm" w="sm" type="none"/>
            <a:tailEnd len="sm" w="sm" type="none"/>
          </a:ln>
        </p:spPr>
      </p:sp>
      <p:sp>
        <p:nvSpPr>
          <p:cNvPr id="27" name="Google Shape;27;p6"/>
          <p:cNvSpPr/>
          <p:nvPr>
            <p:ph idx="7" type="pic"/>
          </p:nvPr>
        </p:nvSpPr>
        <p:spPr>
          <a:xfrm>
            <a:off x="13753000" y="1022400"/>
            <a:ext cx="3506400" cy="4127400"/>
          </a:xfrm>
          <a:prstGeom prst="rect">
            <a:avLst/>
          </a:prstGeom>
          <a:noFill/>
          <a:ln cap="flat" cmpd="sng" w="19050">
            <a:solidFill>
              <a:srgbClr val="C03221"/>
            </a:solidFill>
            <a:prstDash val="solid"/>
            <a:round/>
            <a:headEnd len="sm" w="sm" type="none"/>
            <a:tailEnd len="sm" w="sm" type="none"/>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2">
    <p:spTree>
      <p:nvGrpSpPr>
        <p:cNvPr id="28" name="Shape 28"/>
        <p:cNvGrpSpPr/>
        <p:nvPr/>
      </p:nvGrpSpPr>
      <p:grpSpPr>
        <a:xfrm>
          <a:off x="0" y="0"/>
          <a:ext cx="0" cy="0"/>
          <a:chOff x="0" y="0"/>
          <a:chExt cx="0" cy="0"/>
        </a:xfrm>
      </p:grpSpPr>
      <p:sp>
        <p:nvSpPr>
          <p:cNvPr id="29" name="Google Shape;29;p7"/>
          <p:cNvSpPr txBox="1"/>
          <p:nvPr>
            <p:ph type="title"/>
          </p:nvPr>
        </p:nvSpPr>
        <p:spPr>
          <a:xfrm>
            <a:off x="1309790" y="380"/>
            <a:ext cx="15754200" cy="1714500"/>
          </a:xfrm>
          <a:prstGeom prst="rect">
            <a:avLst/>
          </a:prstGeom>
          <a:noFill/>
          <a:ln>
            <a:noFill/>
          </a:ln>
        </p:spPr>
        <p:txBody>
          <a:bodyPr anchorCtr="0" anchor="ctr" bIns="38100" lIns="38100" spcFirstLastPara="1" rIns="38100" wrap="square" tIns="38100">
            <a:normAutofit/>
          </a:bodyPr>
          <a:lstStyle>
            <a:lvl1pPr lvl="0" algn="l">
              <a:lnSpc>
                <a:spcPct val="100000"/>
              </a:lnSpc>
              <a:spcBef>
                <a:spcPts val="0"/>
              </a:spcBef>
              <a:spcAft>
                <a:spcPts val="0"/>
              </a:spcAft>
              <a:buClr>
                <a:srgbClr val="000000"/>
              </a:buClr>
              <a:buSzPts val="1400"/>
              <a:buNone/>
              <a:defRPr/>
            </a:lvl1pPr>
            <a:lvl2pPr lvl="1" algn="l">
              <a:lnSpc>
                <a:spcPct val="100000"/>
              </a:lnSpc>
              <a:spcBef>
                <a:spcPts val="0"/>
              </a:spcBef>
              <a:spcAft>
                <a:spcPts val="0"/>
              </a:spcAft>
              <a:buClr>
                <a:srgbClr val="000000"/>
              </a:buClr>
              <a:buSzPts val="1400"/>
              <a:buNone/>
              <a:defRPr/>
            </a:lvl2pPr>
            <a:lvl3pPr lvl="2" algn="l">
              <a:lnSpc>
                <a:spcPct val="100000"/>
              </a:lnSpc>
              <a:spcBef>
                <a:spcPts val="0"/>
              </a:spcBef>
              <a:spcAft>
                <a:spcPts val="0"/>
              </a:spcAft>
              <a:buClr>
                <a:srgbClr val="000000"/>
              </a:buClr>
              <a:buSzPts val="1400"/>
              <a:buNone/>
              <a:defRPr/>
            </a:lvl3pPr>
            <a:lvl4pPr lvl="3" algn="l">
              <a:lnSpc>
                <a:spcPct val="100000"/>
              </a:lnSpc>
              <a:spcBef>
                <a:spcPts val="0"/>
              </a:spcBef>
              <a:spcAft>
                <a:spcPts val="0"/>
              </a:spcAft>
              <a:buClr>
                <a:srgbClr val="000000"/>
              </a:buClr>
              <a:buSzPts val="1400"/>
              <a:buNone/>
              <a:defRPr/>
            </a:lvl4pPr>
            <a:lvl5pPr lvl="4" algn="l">
              <a:lnSpc>
                <a:spcPct val="100000"/>
              </a:lnSpc>
              <a:spcBef>
                <a:spcPts val="0"/>
              </a:spcBef>
              <a:spcAft>
                <a:spcPts val="0"/>
              </a:spcAft>
              <a:buClr>
                <a:srgbClr val="000000"/>
              </a:buClr>
              <a:buSzPts val="1400"/>
              <a:buNone/>
              <a:defRPr/>
            </a:lvl5pPr>
            <a:lvl6pPr lvl="5" algn="l">
              <a:lnSpc>
                <a:spcPct val="100000"/>
              </a:lnSpc>
              <a:spcBef>
                <a:spcPts val="0"/>
              </a:spcBef>
              <a:spcAft>
                <a:spcPts val="0"/>
              </a:spcAft>
              <a:buClr>
                <a:srgbClr val="000000"/>
              </a:buClr>
              <a:buSzPts val="1400"/>
              <a:buNone/>
              <a:defRPr/>
            </a:lvl6pPr>
            <a:lvl7pPr lvl="6" algn="l">
              <a:lnSpc>
                <a:spcPct val="100000"/>
              </a:lnSpc>
              <a:spcBef>
                <a:spcPts val="0"/>
              </a:spcBef>
              <a:spcAft>
                <a:spcPts val="0"/>
              </a:spcAft>
              <a:buClr>
                <a:srgbClr val="000000"/>
              </a:buClr>
              <a:buSzPts val="1400"/>
              <a:buNone/>
              <a:defRPr/>
            </a:lvl7pPr>
            <a:lvl8pPr lvl="7" algn="l">
              <a:lnSpc>
                <a:spcPct val="100000"/>
              </a:lnSpc>
              <a:spcBef>
                <a:spcPts val="0"/>
              </a:spcBef>
              <a:spcAft>
                <a:spcPts val="0"/>
              </a:spcAft>
              <a:buClr>
                <a:srgbClr val="000000"/>
              </a:buClr>
              <a:buSzPts val="1400"/>
              <a:buNone/>
              <a:defRPr/>
            </a:lvl8pPr>
            <a:lvl9pPr lvl="8" algn="l">
              <a:lnSpc>
                <a:spcPct val="100000"/>
              </a:lnSpc>
              <a:spcBef>
                <a:spcPts val="0"/>
              </a:spcBef>
              <a:spcAft>
                <a:spcPts val="0"/>
              </a:spcAft>
              <a:buClr>
                <a:srgbClr val="000000"/>
              </a:buClr>
              <a:buSzPts val="1400"/>
              <a:buNone/>
              <a:defRPr/>
            </a:lvl9pPr>
          </a:lstStyle>
          <a:p/>
        </p:txBody>
      </p:sp>
      <p:sp>
        <p:nvSpPr>
          <p:cNvPr id="30" name="Google Shape;30;p7"/>
          <p:cNvSpPr txBox="1"/>
          <p:nvPr>
            <p:ph idx="1" type="body"/>
          </p:nvPr>
        </p:nvSpPr>
        <p:spPr>
          <a:xfrm>
            <a:off x="1266825" y="1847850"/>
            <a:ext cx="15754200" cy="6972300"/>
          </a:xfrm>
          <a:prstGeom prst="rect">
            <a:avLst/>
          </a:prstGeom>
          <a:noFill/>
          <a:ln>
            <a:noFill/>
          </a:ln>
        </p:spPr>
        <p:txBody>
          <a:bodyPr anchorCtr="0" anchor="ctr" bIns="38100" lIns="38100" spcFirstLastPara="1" rIns="38100" wrap="square" tIns="38100">
            <a:normAutofit/>
          </a:bodyPr>
          <a:lstStyle>
            <a:lvl1pPr indent="-514350" lvl="0" marL="457200" algn="l">
              <a:lnSpc>
                <a:spcPct val="100000"/>
              </a:lnSpc>
              <a:spcBef>
                <a:spcPts val="4400"/>
              </a:spcBef>
              <a:spcAft>
                <a:spcPts val="0"/>
              </a:spcAft>
              <a:buClr>
                <a:srgbClr val="000000"/>
              </a:buClr>
              <a:buSzPts val="4500"/>
              <a:buFont typeface="Avenir"/>
              <a:buChar char="•"/>
              <a:defRPr sz="3600">
                <a:latin typeface="Avenir"/>
                <a:ea typeface="Avenir"/>
                <a:cs typeface="Avenir"/>
                <a:sym typeface="Avenir"/>
              </a:defRPr>
            </a:lvl1pPr>
            <a:lvl2pPr indent="-514350" lvl="1" marL="914400" algn="l">
              <a:lnSpc>
                <a:spcPct val="100000"/>
              </a:lnSpc>
              <a:spcBef>
                <a:spcPts val="4400"/>
              </a:spcBef>
              <a:spcAft>
                <a:spcPts val="0"/>
              </a:spcAft>
              <a:buClr>
                <a:srgbClr val="000000"/>
              </a:buClr>
              <a:buSzPts val="4500"/>
              <a:buFont typeface="Avenir"/>
              <a:buChar char="–"/>
              <a:defRPr sz="3600">
                <a:latin typeface="Avenir"/>
                <a:ea typeface="Avenir"/>
                <a:cs typeface="Avenir"/>
                <a:sym typeface="Avenir"/>
              </a:defRPr>
            </a:lvl2pPr>
            <a:lvl3pPr indent="-514350" lvl="2" marL="1371600" algn="l">
              <a:lnSpc>
                <a:spcPct val="100000"/>
              </a:lnSpc>
              <a:spcBef>
                <a:spcPts val="4400"/>
              </a:spcBef>
              <a:spcAft>
                <a:spcPts val="0"/>
              </a:spcAft>
              <a:buClr>
                <a:srgbClr val="000000"/>
              </a:buClr>
              <a:buSzPts val="4500"/>
              <a:buFont typeface="Avenir"/>
              <a:buChar char="•"/>
              <a:defRPr sz="3600">
                <a:latin typeface="Avenir"/>
                <a:ea typeface="Avenir"/>
                <a:cs typeface="Avenir"/>
                <a:sym typeface="Avenir"/>
              </a:defRPr>
            </a:lvl3pPr>
            <a:lvl4pPr indent="-514350" lvl="3" marL="1828800" algn="l">
              <a:lnSpc>
                <a:spcPct val="100000"/>
              </a:lnSpc>
              <a:spcBef>
                <a:spcPts val="4400"/>
              </a:spcBef>
              <a:spcAft>
                <a:spcPts val="0"/>
              </a:spcAft>
              <a:buClr>
                <a:srgbClr val="000000"/>
              </a:buClr>
              <a:buSzPts val="4500"/>
              <a:buFont typeface="Avenir"/>
              <a:buChar char="–"/>
              <a:defRPr sz="3600">
                <a:latin typeface="Avenir"/>
                <a:ea typeface="Avenir"/>
                <a:cs typeface="Avenir"/>
                <a:sym typeface="Avenir"/>
              </a:defRPr>
            </a:lvl4pPr>
            <a:lvl5pPr indent="-514350" lvl="4" marL="2286000" algn="l">
              <a:lnSpc>
                <a:spcPct val="100000"/>
              </a:lnSpc>
              <a:spcBef>
                <a:spcPts val="4400"/>
              </a:spcBef>
              <a:spcAft>
                <a:spcPts val="0"/>
              </a:spcAft>
              <a:buClr>
                <a:srgbClr val="000000"/>
              </a:buClr>
              <a:buSzPts val="4500"/>
              <a:buFont typeface="Avenir"/>
              <a:buChar char="»"/>
              <a:defRPr sz="3600">
                <a:latin typeface="Avenir"/>
                <a:ea typeface="Avenir"/>
                <a:cs typeface="Avenir"/>
                <a:sym typeface="Avenir"/>
              </a:defRPr>
            </a:lvl5pPr>
            <a:lvl6pPr indent="-336550" lvl="5" marL="2743200" algn="l">
              <a:lnSpc>
                <a:spcPct val="100000"/>
              </a:lnSpc>
              <a:spcBef>
                <a:spcPts val="4400"/>
              </a:spcBef>
              <a:spcAft>
                <a:spcPts val="0"/>
              </a:spcAft>
              <a:buClr>
                <a:srgbClr val="000000"/>
              </a:buClr>
              <a:buSzPts val="1700"/>
              <a:buChar char="•"/>
              <a:defRPr/>
            </a:lvl6pPr>
            <a:lvl7pPr indent="-336550" lvl="6" marL="3200400" algn="l">
              <a:lnSpc>
                <a:spcPct val="100000"/>
              </a:lnSpc>
              <a:spcBef>
                <a:spcPts val="4400"/>
              </a:spcBef>
              <a:spcAft>
                <a:spcPts val="0"/>
              </a:spcAft>
              <a:buClr>
                <a:srgbClr val="000000"/>
              </a:buClr>
              <a:buSzPts val="1700"/>
              <a:buChar char="•"/>
              <a:defRPr/>
            </a:lvl7pPr>
            <a:lvl8pPr indent="-336550" lvl="7" marL="3657600" algn="l">
              <a:lnSpc>
                <a:spcPct val="100000"/>
              </a:lnSpc>
              <a:spcBef>
                <a:spcPts val="4400"/>
              </a:spcBef>
              <a:spcAft>
                <a:spcPts val="0"/>
              </a:spcAft>
              <a:buClr>
                <a:srgbClr val="000000"/>
              </a:buClr>
              <a:buSzPts val="1700"/>
              <a:buChar char="•"/>
              <a:defRPr/>
            </a:lvl8pPr>
            <a:lvl9pPr indent="-336550" lvl="8" marL="4114800" algn="l">
              <a:lnSpc>
                <a:spcPct val="100000"/>
              </a:lnSpc>
              <a:spcBef>
                <a:spcPts val="4400"/>
              </a:spcBef>
              <a:spcAft>
                <a:spcPts val="0"/>
              </a:spcAft>
              <a:buClr>
                <a:srgbClr val="000000"/>
              </a:buClr>
              <a:buSzPts val="1700"/>
              <a:buChar char="•"/>
              <a:defRPr/>
            </a:lvl9pPr>
          </a:lstStyle>
          <a:p/>
        </p:txBody>
      </p:sp>
      <p:sp>
        <p:nvSpPr>
          <p:cNvPr id="31" name="Google Shape;31;p7"/>
          <p:cNvSpPr txBox="1"/>
          <p:nvPr>
            <p:ph idx="12" type="sldNum"/>
          </p:nvPr>
        </p:nvSpPr>
        <p:spPr>
          <a:xfrm>
            <a:off x="8969273" y="9810750"/>
            <a:ext cx="339900" cy="354000"/>
          </a:xfrm>
          <a:prstGeom prst="rect">
            <a:avLst/>
          </a:prstGeom>
          <a:noFill/>
          <a:ln>
            <a:noFill/>
          </a:ln>
        </p:spPr>
        <p:txBody>
          <a:bodyPr anchorCtr="0" anchor="t" bIns="38100" lIns="38100" spcFirstLastPara="1" rIns="38100" wrap="square" tIns="38100">
            <a:spAutoFit/>
          </a:bodyPr>
          <a:lstStyle>
            <a:lvl1pPr indent="0" lvl="0"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200">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p:spTree>
      <p:nvGrpSpPr>
        <p:cNvPr id="32" name="Shape 32"/>
        <p:cNvGrpSpPr/>
        <p:nvPr/>
      </p:nvGrpSpPr>
      <p:grpSpPr>
        <a:xfrm>
          <a:off x="0" y="0"/>
          <a:ext cx="0" cy="0"/>
          <a:chOff x="0" y="0"/>
          <a:chExt cx="0" cy="0"/>
        </a:xfrm>
      </p:grpSpPr>
      <p:sp>
        <p:nvSpPr>
          <p:cNvPr id="33" name="Google Shape;33;p8"/>
          <p:cNvSpPr txBox="1"/>
          <p:nvPr>
            <p:ph type="title"/>
          </p:nvPr>
        </p:nvSpPr>
        <p:spPr>
          <a:xfrm>
            <a:off x="1266825" y="266700"/>
            <a:ext cx="15754200" cy="1714500"/>
          </a:xfrm>
          <a:prstGeom prst="rect">
            <a:avLst/>
          </a:prstGeom>
          <a:noFill/>
          <a:ln>
            <a:noFill/>
          </a:ln>
        </p:spPr>
        <p:txBody>
          <a:bodyPr anchorCtr="0" anchor="ctr" bIns="38100" lIns="38100" spcFirstLastPara="1" rIns="38100" wrap="square" tIns="38100">
            <a:normAutofit/>
          </a:bodyPr>
          <a:lstStyle>
            <a:lvl1pPr lvl="0" algn="ctr">
              <a:lnSpc>
                <a:spcPct val="100000"/>
              </a:lnSpc>
              <a:spcBef>
                <a:spcPts val="0"/>
              </a:spcBef>
              <a:spcAft>
                <a:spcPts val="0"/>
              </a:spcAft>
              <a:buClr>
                <a:srgbClr val="000000"/>
              </a:buClr>
              <a:buSzPts val="8400"/>
              <a:buFont typeface="Helvetica Neue"/>
              <a:buNone/>
              <a:defRPr>
                <a:latin typeface="Helvetica Neue"/>
                <a:ea typeface="Helvetica Neue"/>
                <a:cs typeface="Helvetica Neue"/>
                <a:sym typeface="Helvetica Neue"/>
              </a:defRPr>
            </a:lvl1pPr>
            <a:lvl2pPr lvl="1" algn="l">
              <a:lnSpc>
                <a:spcPct val="100000"/>
              </a:lnSpc>
              <a:spcBef>
                <a:spcPts val="0"/>
              </a:spcBef>
              <a:spcAft>
                <a:spcPts val="0"/>
              </a:spcAft>
              <a:buClr>
                <a:srgbClr val="000000"/>
              </a:buClr>
              <a:buSzPts val="1400"/>
              <a:buNone/>
              <a:defRPr/>
            </a:lvl2pPr>
            <a:lvl3pPr lvl="2" algn="l">
              <a:lnSpc>
                <a:spcPct val="100000"/>
              </a:lnSpc>
              <a:spcBef>
                <a:spcPts val="0"/>
              </a:spcBef>
              <a:spcAft>
                <a:spcPts val="0"/>
              </a:spcAft>
              <a:buClr>
                <a:srgbClr val="000000"/>
              </a:buClr>
              <a:buSzPts val="1400"/>
              <a:buNone/>
              <a:defRPr/>
            </a:lvl3pPr>
            <a:lvl4pPr lvl="3" algn="l">
              <a:lnSpc>
                <a:spcPct val="100000"/>
              </a:lnSpc>
              <a:spcBef>
                <a:spcPts val="0"/>
              </a:spcBef>
              <a:spcAft>
                <a:spcPts val="0"/>
              </a:spcAft>
              <a:buClr>
                <a:srgbClr val="000000"/>
              </a:buClr>
              <a:buSzPts val="1400"/>
              <a:buNone/>
              <a:defRPr/>
            </a:lvl4pPr>
            <a:lvl5pPr lvl="4" algn="l">
              <a:lnSpc>
                <a:spcPct val="100000"/>
              </a:lnSpc>
              <a:spcBef>
                <a:spcPts val="0"/>
              </a:spcBef>
              <a:spcAft>
                <a:spcPts val="0"/>
              </a:spcAft>
              <a:buClr>
                <a:srgbClr val="000000"/>
              </a:buClr>
              <a:buSzPts val="1400"/>
              <a:buNone/>
              <a:defRPr/>
            </a:lvl5pPr>
            <a:lvl6pPr lvl="5" algn="l">
              <a:lnSpc>
                <a:spcPct val="100000"/>
              </a:lnSpc>
              <a:spcBef>
                <a:spcPts val="0"/>
              </a:spcBef>
              <a:spcAft>
                <a:spcPts val="0"/>
              </a:spcAft>
              <a:buClr>
                <a:srgbClr val="000000"/>
              </a:buClr>
              <a:buSzPts val="1400"/>
              <a:buNone/>
              <a:defRPr/>
            </a:lvl6pPr>
            <a:lvl7pPr lvl="6" algn="l">
              <a:lnSpc>
                <a:spcPct val="100000"/>
              </a:lnSpc>
              <a:spcBef>
                <a:spcPts val="0"/>
              </a:spcBef>
              <a:spcAft>
                <a:spcPts val="0"/>
              </a:spcAft>
              <a:buClr>
                <a:srgbClr val="000000"/>
              </a:buClr>
              <a:buSzPts val="1400"/>
              <a:buNone/>
              <a:defRPr/>
            </a:lvl7pPr>
            <a:lvl8pPr lvl="7" algn="l">
              <a:lnSpc>
                <a:spcPct val="100000"/>
              </a:lnSpc>
              <a:spcBef>
                <a:spcPts val="0"/>
              </a:spcBef>
              <a:spcAft>
                <a:spcPts val="0"/>
              </a:spcAft>
              <a:buClr>
                <a:srgbClr val="000000"/>
              </a:buClr>
              <a:buSzPts val="1400"/>
              <a:buNone/>
              <a:defRPr/>
            </a:lvl8pPr>
            <a:lvl9pPr lvl="8" algn="l">
              <a:lnSpc>
                <a:spcPct val="100000"/>
              </a:lnSpc>
              <a:spcBef>
                <a:spcPts val="0"/>
              </a:spcBef>
              <a:spcAft>
                <a:spcPts val="0"/>
              </a:spcAft>
              <a:buClr>
                <a:srgbClr val="000000"/>
              </a:buClr>
              <a:buSzPts val="1400"/>
              <a:buNone/>
              <a:defRPr/>
            </a:lvl9pPr>
          </a:lstStyle>
          <a:p/>
        </p:txBody>
      </p:sp>
      <p:sp>
        <p:nvSpPr>
          <p:cNvPr id="34" name="Google Shape;34;p8"/>
          <p:cNvSpPr txBox="1"/>
          <p:nvPr>
            <p:ph idx="12" type="sldNum"/>
          </p:nvPr>
        </p:nvSpPr>
        <p:spPr>
          <a:xfrm>
            <a:off x="8969273" y="9810750"/>
            <a:ext cx="339900" cy="354000"/>
          </a:xfrm>
          <a:prstGeom prst="rect">
            <a:avLst/>
          </a:prstGeom>
          <a:noFill/>
          <a:ln>
            <a:noFill/>
          </a:ln>
        </p:spPr>
        <p:txBody>
          <a:bodyPr anchorCtr="0" anchor="t" bIns="38100" lIns="38100" spcFirstLastPara="1" rIns="38100" wrap="square" tIns="38100">
            <a:spAutoFit/>
          </a:bodyPr>
          <a:lstStyle>
            <a:lvl1pPr indent="0" lvl="0"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200">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1">
  <p:cSld name="Title - Top 2">
    <p:spTree>
      <p:nvGrpSpPr>
        <p:cNvPr id="35" name="Shape 35"/>
        <p:cNvGrpSpPr/>
        <p:nvPr/>
      </p:nvGrpSpPr>
      <p:grpSpPr>
        <a:xfrm>
          <a:off x="0" y="0"/>
          <a:ext cx="0" cy="0"/>
          <a:chOff x="0" y="0"/>
          <a:chExt cx="0" cy="0"/>
        </a:xfrm>
      </p:grpSpPr>
      <p:sp>
        <p:nvSpPr>
          <p:cNvPr id="36" name="Google Shape;36;p9"/>
          <p:cNvSpPr txBox="1"/>
          <p:nvPr>
            <p:ph type="title"/>
          </p:nvPr>
        </p:nvSpPr>
        <p:spPr>
          <a:xfrm>
            <a:off x="1309790" y="0"/>
            <a:ext cx="15754200" cy="1714500"/>
          </a:xfrm>
          <a:prstGeom prst="rect">
            <a:avLst/>
          </a:prstGeom>
          <a:noFill/>
          <a:ln>
            <a:noFill/>
          </a:ln>
        </p:spPr>
        <p:txBody>
          <a:bodyPr anchorCtr="0" anchor="ctr" bIns="38100" lIns="38100" spcFirstLastPara="1" rIns="38100" wrap="square" tIns="38100">
            <a:normAutofit/>
          </a:bodyPr>
          <a:lstStyle>
            <a:lvl1pPr lvl="0" algn="l">
              <a:lnSpc>
                <a:spcPct val="100000"/>
              </a:lnSpc>
              <a:spcBef>
                <a:spcPts val="0"/>
              </a:spcBef>
              <a:spcAft>
                <a:spcPts val="0"/>
              </a:spcAft>
              <a:buClr>
                <a:srgbClr val="000000"/>
              </a:buClr>
              <a:buSzPts val="1400"/>
              <a:buNone/>
              <a:defRPr/>
            </a:lvl1pPr>
            <a:lvl2pPr lvl="1" algn="l">
              <a:lnSpc>
                <a:spcPct val="100000"/>
              </a:lnSpc>
              <a:spcBef>
                <a:spcPts val="0"/>
              </a:spcBef>
              <a:spcAft>
                <a:spcPts val="0"/>
              </a:spcAft>
              <a:buClr>
                <a:srgbClr val="000000"/>
              </a:buClr>
              <a:buSzPts val="1400"/>
              <a:buNone/>
              <a:defRPr/>
            </a:lvl2pPr>
            <a:lvl3pPr lvl="2" algn="l">
              <a:lnSpc>
                <a:spcPct val="100000"/>
              </a:lnSpc>
              <a:spcBef>
                <a:spcPts val="0"/>
              </a:spcBef>
              <a:spcAft>
                <a:spcPts val="0"/>
              </a:spcAft>
              <a:buClr>
                <a:srgbClr val="000000"/>
              </a:buClr>
              <a:buSzPts val="1400"/>
              <a:buNone/>
              <a:defRPr/>
            </a:lvl3pPr>
            <a:lvl4pPr lvl="3" algn="l">
              <a:lnSpc>
                <a:spcPct val="100000"/>
              </a:lnSpc>
              <a:spcBef>
                <a:spcPts val="0"/>
              </a:spcBef>
              <a:spcAft>
                <a:spcPts val="0"/>
              </a:spcAft>
              <a:buClr>
                <a:srgbClr val="000000"/>
              </a:buClr>
              <a:buSzPts val="1400"/>
              <a:buNone/>
              <a:defRPr/>
            </a:lvl4pPr>
            <a:lvl5pPr lvl="4" algn="l">
              <a:lnSpc>
                <a:spcPct val="100000"/>
              </a:lnSpc>
              <a:spcBef>
                <a:spcPts val="0"/>
              </a:spcBef>
              <a:spcAft>
                <a:spcPts val="0"/>
              </a:spcAft>
              <a:buClr>
                <a:srgbClr val="000000"/>
              </a:buClr>
              <a:buSzPts val="1400"/>
              <a:buNone/>
              <a:defRPr/>
            </a:lvl5pPr>
            <a:lvl6pPr lvl="5" algn="l">
              <a:lnSpc>
                <a:spcPct val="100000"/>
              </a:lnSpc>
              <a:spcBef>
                <a:spcPts val="0"/>
              </a:spcBef>
              <a:spcAft>
                <a:spcPts val="0"/>
              </a:spcAft>
              <a:buClr>
                <a:srgbClr val="000000"/>
              </a:buClr>
              <a:buSzPts val="1400"/>
              <a:buNone/>
              <a:defRPr/>
            </a:lvl6pPr>
            <a:lvl7pPr lvl="6" algn="l">
              <a:lnSpc>
                <a:spcPct val="100000"/>
              </a:lnSpc>
              <a:spcBef>
                <a:spcPts val="0"/>
              </a:spcBef>
              <a:spcAft>
                <a:spcPts val="0"/>
              </a:spcAft>
              <a:buClr>
                <a:srgbClr val="000000"/>
              </a:buClr>
              <a:buSzPts val="1400"/>
              <a:buNone/>
              <a:defRPr/>
            </a:lvl7pPr>
            <a:lvl8pPr lvl="7" algn="l">
              <a:lnSpc>
                <a:spcPct val="100000"/>
              </a:lnSpc>
              <a:spcBef>
                <a:spcPts val="0"/>
              </a:spcBef>
              <a:spcAft>
                <a:spcPts val="0"/>
              </a:spcAft>
              <a:buClr>
                <a:srgbClr val="000000"/>
              </a:buClr>
              <a:buSzPts val="1400"/>
              <a:buNone/>
              <a:defRPr/>
            </a:lvl8pPr>
            <a:lvl9pPr lvl="8" algn="l">
              <a:lnSpc>
                <a:spcPct val="100000"/>
              </a:lnSpc>
              <a:spcBef>
                <a:spcPts val="0"/>
              </a:spcBef>
              <a:spcAft>
                <a:spcPts val="0"/>
              </a:spcAft>
              <a:buClr>
                <a:srgbClr val="000000"/>
              </a:buClr>
              <a:buSzPts val="1400"/>
              <a:buNone/>
              <a:defRPr/>
            </a:lvl9pPr>
          </a:lstStyle>
          <a:p/>
        </p:txBody>
      </p:sp>
      <p:sp>
        <p:nvSpPr>
          <p:cNvPr id="37" name="Google Shape;37;p9"/>
          <p:cNvSpPr txBox="1"/>
          <p:nvPr>
            <p:ph idx="12" type="sldNum"/>
          </p:nvPr>
        </p:nvSpPr>
        <p:spPr>
          <a:xfrm>
            <a:off x="8969273" y="9810750"/>
            <a:ext cx="339900" cy="354000"/>
          </a:xfrm>
          <a:prstGeom prst="rect">
            <a:avLst/>
          </a:prstGeom>
          <a:noFill/>
          <a:ln>
            <a:noFill/>
          </a:ln>
        </p:spPr>
        <p:txBody>
          <a:bodyPr anchorCtr="0" anchor="t" bIns="38100" lIns="38100" spcFirstLastPara="1" rIns="38100" wrap="square" tIns="38100">
            <a:spAutoFit/>
          </a:bodyPr>
          <a:lstStyle>
            <a:lvl1pPr indent="0" lvl="0"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1800"/>
              <a:buFont typeface="Helvetica Neue Light"/>
              <a:buNone/>
              <a:defRPr b="0" sz="18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2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C03221"/>
              </a:buClr>
              <a:buSzPts val="4400"/>
              <a:buFont typeface="DM Serif Display"/>
              <a:buNone/>
              <a:defRPr i="0" sz="4400" u="none" cap="none" strike="noStrike">
                <a:solidFill>
                  <a:srgbClr val="C03221"/>
                </a:solidFill>
                <a:latin typeface="DM Serif Display"/>
                <a:ea typeface="DM Serif Display"/>
                <a:cs typeface="DM Serif Display"/>
                <a:sym typeface="DM Serif Display"/>
              </a:defRPr>
            </a:lvl1pPr>
            <a:lvl2pPr lvl="1">
              <a:spcBef>
                <a:spcPts val="0"/>
              </a:spcBef>
              <a:spcAft>
                <a:spcPts val="0"/>
              </a:spcAft>
              <a:buClr>
                <a:srgbClr val="C03221"/>
              </a:buClr>
              <a:buSzPts val="1400"/>
              <a:buFont typeface="DM Serif Display"/>
              <a:buNone/>
              <a:defRPr sz="1800">
                <a:solidFill>
                  <a:srgbClr val="C03221"/>
                </a:solidFill>
                <a:latin typeface="DM Serif Display"/>
                <a:ea typeface="DM Serif Display"/>
                <a:cs typeface="DM Serif Display"/>
                <a:sym typeface="DM Serif Display"/>
              </a:defRPr>
            </a:lvl2pPr>
            <a:lvl3pPr lvl="2">
              <a:spcBef>
                <a:spcPts val="0"/>
              </a:spcBef>
              <a:spcAft>
                <a:spcPts val="0"/>
              </a:spcAft>
              <a:buClr>
                <a:srgbClr val="C03221"/>
              </a:buClr>
              <a:buSzPts val="1400"/>
              <a:buFont typeface="DM Serif Display"/>
              <a:buNone/>
              <a:defRPr sz="1800">
                <a:solidFill>
                  <a:srgbClr val="C03221"/>
                </a:solidFill>
                <a:latin typeface="DM Serif Display"/>
                <a:ea typeface="DM Serif Display"/>
                <a:cs typeface="DM Serif Display"/>
                <a:sym typeface="DM Serif Display"/>
              </a:defRPr>
            </a:lvl3pPr>
            <a:lvl4pPr lvl="3">
              <a:spcBef>
                <a:spcPts val="0"/>
              </a:spcBef>
              <a:spcAft>
                <a:spcPts val="0"/>
              </a:spcAft>
              <a:buClr>
                <a:srgbClr val="C03221"/>
              </a:buClr>
              <a:buSzPts val="1400"/>
              <a:buFont typeface="DM Serif Display"/>
              <a:buNone/>
              <a:defRPr sz="1800">
                <a:solidFill>
                  <a:srgbClr val="C03221"/>
                </a:solidFill>
                <a:latin typeface="DM Serif Display"/>
                <a:ea typeface="DM Serif Display"/>
                <a:cs typeface="DM Serif Display"/>
                <a:sym typeface="DM Serif Display"/>
              </a:defRPr>
            </a:lvl4pPr>
            <a:lvl5pPr lvl="4">
              <a:spcBef>
                <a:spcPts val="0"/>
              </a:spcBef>
              <a:spcAft>
                <a:spcPts val="0"/>
              </a:spcAft>
              <a:buClr>
                <a:srgbClr val="C03221"/>
              </a:buClr>
              <a:buSzPts val="1400"/>
              <a:buFont typeface="DM Serif Display"/>
              <a:buNone/>
              <a:defRPr sz="1800">
                <a:solidFill>
                  <a:srgbClr val="C03221"/>
                </a:solidFill>
                <a:latin typeface="DM Serif Display"/>
                <a:ea typeface="DM Serif Display"/>
                <a:cs typeface="DM Serif Display"/>
                <a:sym typeface="DM Serif Display"/>
              </a:defRPr>
            </a:lvl5pPr>
            <a:lvl6pPr lvl="5">
              <a:spcBef>
                <a:spcPts val="0"/>
              </a:spcBef>
              <a:spcAft>
                <a:spcPts val="0"/>
              </a:spcAft>
              <a:buClr>
                <a:srgbClr val="C03221"/>
              </a:buClr>
              <a:buSzPts val="1400"/>
              <a:buFont typeface="DM Serif Display"/>
              <a:buNone/>
              <a:defRPr sz="1800">
                <a:solidFill>
                  <a:srgbClr val="C03221"/>
                </a:solidFill>
                <a:latin typeface="DM Serif Display"/>
                <a:ea typeface="DM Serif Display"/>
                <a:cs typeface="DM Serif Display"/>
                <a:sym typeface="DM Serif Display"/>
              </a:defRPr>
            </a:lvl6pPr>
            <a:lvl7pPr lvl="6">
              <a:spcBef>
                <a:spcPts val="0"/>
              </a:spcBef>
              <a:spcAft>
                <a:spcPts val="0"/>
              </a:spcAft>
              <a:buClr>
                <a:srgbClr val="C03221"/>
              </a:buClr>
              <a:buSzPts val="1400"/>
              <a:buFont typeface="DM Serif Display"/>
              <a:buNone/>
              <a:defRPr sz="1800">
                <a:solidFill>
                  <a:srgbClr val="C03221"/>
                </a:solidFill>
                <a:latin typeface="DM Serif Display"/>
                <a:ea typeface="DM Serif Display"/>
                <a:cs typeface="DM Serif Display"/>
                <a:sym typeface="DM Serif Display"/>
              </a:defRPr>
            </a:lvl7pPr>
            <a:lvl8pPr lvl="7">
              <a:spcBef>
                <a:spcPts val="0"/>
              </a:spcBef>
              <a:spcAft>
                <a:spcPts val="0"/>
              </a:spcAft>
              <a:buClr>
                <a:srgbClr val="C03221"/>
              </a:buClr>
              <a:buSzPts val="1400"/>
              <a:buFont typeface="DM Serif Display"/>
              <a:buNone/>
              <a:defRPr sz="1800">
                <a:solidFill>
                  <a:srgbClr val="C03221"/>
                </a:solidFill>
                <a:latin typeface="DM Serif Display"/>
                <a:ea typeface="DM Serif Display"/>
                <a:cs typeface="DM Serif Display"/>
                <a:sym typeface="DM Serif Display"/>
              </a:defRPr>
            </a:lvl8pPr>
            <a:lvl9pPr lvl="8">
              <a:spcBef>
                <a:spcPts val="0"/>
              </a:spcBef>
              <a:spcAft>
                <a:spcPts val="0"/>
              </a:spcAft>
              <a:buClr>
                <a:srgbClr val="C03221"/>
              </a:buClr>
              <a:buSzPts val="1400"/>
              <a:buFont typeface="DM Serif Display"/>
              <a:buNone/>
              <a:defRPr sz="1800">
                <a:solidFill>
                  <a:srgbClr val="C03221"/>
                </a:solidFill>
                <a:latin typeface="DM Serif Display"/>
                <a:ea typeface="DM Serif Display"/>
                <a:cs typeface="DM Serif Display"/>
                <a:sym typeface="DM Serif Display"/>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C03221"/>
              </a:buClr>
              <a:buSzPts val="3200"/>
              <a:buFont typeface="DM Serif Display"/>
              <a:buChar char="•"/>
              <a:defRPr i="0" sz="3200" u="none" cap="none" strike="noStrike">
                <a:solidFill>
                  <a:srgbClr val="C03221"/>
                </a:solidFill>
                <a:latin typeface="DM Serif Display"/>
                <a:ea typeface="DM Serif Display"/>
                <a:cs typeface="DM Serif Display"/>
                <a:sym typeface="DM Serif Display"/>
              </a:defRPr>
            </a:lvl1pPr>
            <a:lvl2pPr indent="-406400" lvl="1" marL="914400" marR="0" rtl="0" algn="l">
              <a:spcBef>
                <a:spcPts val="560"/>
              </a:spcBef>
              <a:spcAft>
                <a:spcPts val="0"/>
              </a:spcAft>
              <a:buClr>
                <a:srgbClr val="C03221"/>
              </a:buClr>
              <a:buSzPts val="2800"/>
              <a:buFont typeface="DM Serif Display"/>
              <a:buChar char="–"/>
              <a:defRPr i="0" sz="2800" u="none" cap="none" strike="noStrike">
                <a:solidFill>
                  <a:srgbClr val="C03221"/>
                </a:solidFill>
                <a:latin typeface="DM Serif Display"/>
                <a:ea typeface="DM Serif Display"/>
                <a:cs typeface="DM Serif Display"/>
                <a:sym typeface="DM Serif Display"/>
              </a:defRPr>
            </a:lvl2pPr>
            <a:lvl3pPr indent="-381000" lvl="2" marL="1371600" marR="0" rtl="0" algn="l">
              <a:spcBef>
                <a:spcPts val="480"/>
              </a:spcBef>
              <a:spcAft>
                <a:spcPts val="0"/>
              </a:spcAft>
              <a:buClr>
                <a:srgbClr val="C03221"/>
              </a:buClr>
              <a:buSzPts val="2400"/>
              <a:buFont typeface="DM Serif Display"/>
              <a:buChar char="•"/>
              <a:defRPr i="0" sz="2400" u="none" cap="none" strike="noStrike">
                <a:solidFill>
                  <a:srgbClr val="C03221"/>
                </a:solidFill>
                <a:latin typeface="DM Serif Display"/>
                <a:ea typeface="DM Serif Display"/>
                <a:cs typeface="DM Serif Display"/>
                <a:sym typeface="DM Serif Display"/>
              </a:defRPr>
            </a:lvl3pPr>
            <a:lvl4pPr indent="-355600" lvl="3" marL="1828800" marR="0" rtl="0" algn="l">
              <a:spcBef>
                <a:spcPts val="400"/>
              </a:spcBef>
              <a:spcAft>
                <a:spcPts val="0"/>
              </a:spcAft>
              <a:buClr>
                <a:srgbClr val="C03221"/>
              </a:buClr>
              <a:buSzPts val="2000"/>
              <a:buFont typeface="DM Serif Display"/>
              <a:buChar char="–"/>
              <a:defRPr i="0" sz="2000" u="none" cap="none" strike="noStrike">
                <a:solidFill>
                  <a:srgbClr val="C03221"/>
                </a:solidFill>
                <a:latin typeface="DM Serif Display"/>
                <a:ea typeface="DM Serif Display"/>
                <a:cs typeface="DM Serif Display"/>
                <a:sym typeface="DM Serif Display"/>
              </a:defRPr>
            </a:lvl4pPr>
            <a:lvl5pPr indent="-355600" lvl="4" marL="2286000" marR="0" rtl="0" algn="l">
              <a:spcBef>
                <a:spcPts val="400"/>
              </a:spcBef>
              <a:spcAft>
                <a:spcPts val="0"/>
              </a:spcAft>
              <a:buClr>
                <a:srgbClr val="C03221"/>
              </a:buClr>
              <a:buSzPts val="2000"/>
              <a:buFont typeface="DM Serif Display"/>
              <a:buChar char="»"/>
              <a:defRPr i="0" sz="2000" u="none" cap="none" strike="noStrike">
                <a:solidFill>
                  <a:srgbClr val="C03221"/>
                </a:solidFill>
                <a:latin typeface="DM Serif Display"/>
                <a:ea typeface="DM Serif Display"/>
                <a:cs typeface="DM Serif Display"/>
                <a:sym typeface="DM Serif Display"/>
              </a:defRPr>
            </a:lvl5pPr>
            <a:lvl6pPr indent="-355600" lvl="5" marL="2743200" marR="0" rtl="0" algn="l">
              <a:spcBef>
                <a:spcPts val="400"/>
              </a:spcBef>
              <a:spcAft>
                <a:spcPts val="0"/>
              </a:spcAft>
              <a:buClr>
                <a:srgbClr val="C03221"/>
              </a:buClr>
              <a:buSzPts val="2000"/>
              <a:buFont typeface="DM Serif Display"/>
              <a:buChar char="•"/>
              <a:defRPr i="0" sz="2000" u="none" cap="none" strike="noStrike">
                <a:solidFill>
                  <a:srgbClr val="C03221"/>
                </a:solidFill>
                <a:latin typeface="DM Serif Display"/>
                <a:ea typeface="DM Serif Display"/>
                <a:cs typeface="DM Serif Display"/>
                <a:sym typeface="DM Serif Display"/>
              </a:defRPr>
            </a:lvl6pPr>
            <a:lvl7pPr indent="-355600" lvl="6" marL="3200400" marR="0" rtl="0" algn="l">
              <a:spcBef>
                <a:spcPts val="400"/>
              </a:spcBef>
              <a:spcAft>
                <a:spcPts val="0"/>
              </a:spcAft>
              <a:buClr>
                <a:srgbClr val="C03221"/>
              </a:buClr>
              <a:buSzPts val="2000"/>
              <a:buFont typeface="DM Serif Display"/>
              <a:buChar char="•"/>
              <a:defRPr i="0" sz="2000" u="none" cap="none" strike="noStrike">
                <a:solidFill>
                  <a:srgbClr val="C03221"/>
                </a:solidFill>
                <a:latin typeface="DM Serif Display"/>
                <a:ea typeface="DM Serif Display"/>
                <a:cs typeface="DM Serif Display"/>
                <a:sym typeface="DM Serif Display"/>
              </a:defRPr>
            </a:lvl7pPr>
            <a:lvl8pPr indent="-355600" lvl="7" marL="3657600" marR="0" rtl="0" algn="l">
              <a:spcBef>
                <a:spcPts val="400"/>
              </a:spcBef>
              <a:spcAft>
                <a:spcPts val="0"/>
              </a:spcAft>
              <a:buClr>
                <a:srgbClr val="C03221"/>
              </a:buClr>
              <a:buSzPts val="2000"/>
              <a:buFont typeface="DM Serif Display"/>
              <a:buChar char="•"/>
              <a:defRPr i="0" sz="2000" u="none" cap="none" strike="noStrike">
                <a:solidFill>
                  <a:srgbClr val="C03221"/>
                </a:solidFill>
                <a:latin typeface="DM Serif Display"/>
                <a:ea typeface="DM Serif Display"/>
                <a:cs typeface="DM Serif Display"/>
                <a:sym typeface="DM Serif Display"/>
              </a:defRPr>
            </a:lvl8pPr>
            <a:lvl9pPr indent="-355600" lvl="8" marL="4114800" marR="0" rtl="0" algn="l">
              <a:spcBef>
                <a:spcPts val="400"/>
              </a:spcBef>
              <a:spcAft>
                <a:spcPts val="0"/>
              </a:spcAft>
              <a:buClr>
                <a:srgbClr val="C03221"/>
              </a:buClr>
              <a:buSzPts val="2000"/>
              <a:buFont typeface="DM Serif Display"/>
              <a:buChar char="•"/>
              <a:defRPr i="0" sz="2000" u="none" cap="none" strike="noStrike">
                <a:solidFill>
                  <a:srgbClr val="C03221"/>
                </a:solidFill>
                <a:latin typeface="DM Serif Display"/>
                <a:ea typeface="DM Serif Display"/>
                <a:cs typeface="DM Serif Display"/>
                <a:sym typeface="DM Serif Display"/>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image" Target="../media/image11.png"/><Relationship Id="rId7" Type="http://schemas.openxmlformats.org/officeDocument/2006/relationships/image" Target="../media/image4.jpg"/><Relationship Id="rId8"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2.jp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41" name="Shape 41"/>
        <p:cNvGrpSpPr/>
        <p:nvPr/>
      </p:nvGrpSpPr>
      <p:grpSpPr>
        <a:xfrm>
          <a:off x="0" y="0"/>
          <a:ext cx="0" cy="0"/>
          <a:chOff x="0" y="0"/>
          <a:chExt cx="0" cy="0"/>
        </a:xfrm>
      </p:grpSpPr>
      <p:cxnSp>
        <p:nvCxnSpPr>
          <p:cNvPr id="42" name="Google Shape;42;p10"/>
          <p:cNvCxnSpPr/>
          <p:nvPr/>
        </p:nvCxnSpPr>
        <p:spPr>
          <a:xfrm>
            <a:off x="1028700" y="9258300"/>
            <a:ext cx="16230600" cy="0"/>
          </a:xfrm>
          <a:prstGeom prst="straightConnector1">
            <a:avLst/>
          </a:prstGeom>
          <a:noFill/>
          <a:ln cap="flat" cmpd="sng" w="38100">
            <a:solidFill>
              <a:srgbClr val="C03221"/>
            </a:solidFill>
            <a:prstDash val="solid"/>
            <a:round/>
            <a:headEnd len="sm" w="sm" type="none"/>
            <a:tailEnd len="sm" w="sm" type="none"/>
          </a:ln>
        </p:spPr>
      </p:cxnSp>
      <p:sp>
        <p:nvSpPr>
          <p:cNvPr id="43" name="Google Shape;43;p10"/>
          <p:cNvSpPr txBox="1"/>
          <p:nvPr/>
        </p:nvSpPr>
        <p:spPr>
          <a:xfrm>
            <a:off x="1028700" y="3880825"/>
            <a:ext cx="10650600" cy="2166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lang="en-US" sz="8799">
                <a:solidFill>
                  <a:srgbClr val="C03221"/>
                </a:solidFill>
                <a:latin typeface="DM Serif Display"/>
                <a:ea typeface="DM Serif Display"/>
                <a:cs typeface="DM Serif Display"/>
                <a:sym typeface="DM Serif Display"/>
              </a:rPr>
              <a:t>Day 1: Intro to Computer Perception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47" name="Shape 47"/>
        <p:cNvGrpSpPr/>
        <p:nvPr/>
      </p:nvGrpSpPr>
      <p:grpSpPr>
        <a:xfrm>
          <a:off x="0" y="0"/>
          <a:ext cx="0" cy="0"/>
          <a:chOff x="0" y="0"/>
          <a:chExt cx="0" cy="0"/>
        </a:xfrm>
      </p:grpSpPr>
      <p:sp>
        <p:nvSpPr>
          <p:cNvPr id="48" name="Google Shape;48;p11"/>
          <p:cNvSpPr txBox="1"/>
          <p:nvPr/>
        </p:nvSpPr>
        <p:spPr>
          <a:xfrm>
            <a:off x="1028700" y="4824730"/>
            <a:ext cx="16230600" cy="6897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lang="en-US" sz="5600">
                <a:solidFill>
                  <a:srgbClr val="C03221"/>
                </a:solidFill>
                <a:latin typeface="DM Serif Display"/>
                <a:ea typeface="DM Serif Display"/>
                <a:cs typeface="DM Serif Display"/>
                <a:sym typeface="DM Serif Display"/>
              </a:rPr>
              <a:t>What does it mean to see?</a:t>
            </a:r>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3221"/>
        </a:solidFill>
      </p:bgPr>
    </p:bg>
    <p:spTree>
      <p:nvGrpSpPr>
        <p:cNvPr id="52" name="Shape 52"/>
        <p:cNvGrpSpPr/>
        <p:nvPr/>
      </p:nvGrpSpPr>
      <p:grpSpPr>
        <a:xfrm>
          <a:off x="0" y="0"/>
          <a:ext cx="0" cy="0"/>
          <a:chOff x="0" y="0"/>
          <a:chExt cx="0" cy="0"/>
        </a:xfrm>
      </p:grpSpPr>
      <p:sp>
        <p:nvSpPr>
          <p:cNvPr id="53" name="Google Shape;53;p12"/>
          <p:cNvSpPr txBox="1"/>
          <p:nvPr/>
        </p:nvSpPr>
        <p:spPr>
          <a:xfrm>
            <a:off x="1028700" y="4645978"/>
            <a:ext cx="66216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8799" u="none" cap="none" strike="noStrike">
                <a:solidFill>
                  <a:srgbClr val="FFFCF9"/>
                </a:solidFill>
                <a:latin typeface="DM Serif Display"/>
                <a:ea typeface="DM Serif Display"/>
                <a:cs typeface="DM Serif Display"/>
                <a:sym typeface="DM Serif Display"/>
              </a:rPr>
              <a:t>Introduction.</a:t>
            </a:r>
            <a:endParaRPr/>
          </a:p>
        </p:txBody>
      </p:sp>
      <p:sp>
        <p:nvSpPr>
          <p:cNvPr id="54" name="Google Shape;54;p12"/>
          <p:cNvSpPr txBox="1"/>
          <p:nvPr/>
        </p:nvSpPr>
        <p:spPr>
          <a:xfrm>
            <a:off x="1028700" y="433748"/>
            <a:ext cx="969020" cy="19812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FFFCF9"/>
                </a:solidFill>
                <a:latin typeface="DM Serif Display"/>
                <a:ea typeface="DM Serif Display"/>
                <a:cs typeface="DM Serif Display"/>
                <a:sym typeface="DM Serif Display"/>
              </a:rPr>
              <a:t>SlidesCarnival</a:t>
            </a:r>
            <a:endParaRPr/>
          </a:p>
        </p:txBody>
      </p:sp>
      <p:sp>
        <p:nvSpPr>
          <p:cNvPr id="55" name="Google Shape;55;p12"/>
          <p:cNvSpPr txBox="1"/>
          <p:nvPr/>
        </p:nvSpPr>
        <p:spPr>
          <a:xfrm>
            <a:off x="16546934" y="433748"/>
            <a:ext cx="712366" cy="198120"/>
          </a:xfrm>
          <a:prstGeom prst="rect">
            <a:avLst/>
          </a:prstGeom>
          <a:noFill/>
          <a:ln>
            <a:noFill/>
          </a:ln>
        </p:spPr>
        <p:txBody>
          <a:bodyPr anchorCtr="0" anchor="t" bIns="0" lIns="0" spcFirstLastPara="1" rIns="0" wrap="square" tIns="0">
            <a:spAutoFit/>
          </a:bodyPr>
          <a:lstStyle/>
          <a:p>
            <a:pPr indent="0" lvl="0" marL="0" marR="0" rtl="0" algn="r">
              <a:lnSpc>
                <a:spcPct val="139916"/>
              </a:lnSpc>
              <a:spcBef>
                <a:spcPts val="0"/>
              </a:spcBef>
              <a:spcAft>
                <a:spcPts val="0"/>
              </a:spcAft>
              <a:buNone/>
            </a:pPr>
            <a:r>
              <a:rPr b="0" i="0" lang="en-US" sz="1200" u="none" cap="none" strike="noStrike">
                <a:solidFill>
                  <a:srgbClr val="FFFCF9"/>
                </a:solidFill>
                <a:latin typeface="DM Serif Display"/>
                <a:ea typeface="DM Serif Display"/>
                <a:cs typeface="DM Serif Display"/>
                <a:sym typeface="DM Serif Display"/>
              </a:rPr>
              <a:t>08/12/2024</a:t>
            </a:r>
            <a:endParaRPr/>
          </a:p>
        </p:txBody>
      </p:sp>
      <p:sp>
        <p:nvSpPr>
          <p:cNvPr id="56" name="Google Shape;56;p12"/>
          <p:cNvSpPr txBox="1"/>
          <p:nvPr/>
        </p:nvSpPr>
        <p:spPr>
          <a:xfrm>
            <a:off x="8568817" y="433748"/>
            <a:ext cx="1150367" cy="19812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rgbClr val="FFFCF9"/>
                </a:solidFill>
                <a:latin typeface="DM Serif Display"/>
                <a:ea typeface="DM Serif Display"/>
                <a:cs typeface="DM Serif Display"/>
                <a:sym typeface="DM Serif Display"/>
              </a:rPr>
              <a:t>Minimalist White</a:t>
            </a:r>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3"/>
          <p:cNvSpPr txBox="1"/>
          <p:nvPr/>
        </p:nvSpPr>
        <p:spPr>
          <a:xfrm>
            <a:off x="3134350" y="3525825"/>
            <a:ext cx="9993900" cy="35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C03221"/>
                </a:solidFill>
                <a:latin typeface="DM Serif Display"/>
                <a:ea typeface="DM Serif Display"/>
                <a:cs typeface="DM Serif Display"/>
                <a:sym typeface="DM Serif Display"/>
              </a:rPr>
              <a:t>Fernanda</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Background</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Interests related to course</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General interests</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Trajectory of research/life</a:t>
            </a:r>
            <a:endParaRPr sz="3200">
              <a:solidFill>
                <a:srgbClr val="C03221"/>
              </a:solidFill>
              <a:latin typeface="DM Serif Display"/>
              <a:ea typeface="DM Serif Display"/>
              <a:cs typeface="DM Serif Display"/>
              <a:sym typeface="DM Serif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nvSpPr>
        <p:spPr>
          <a:xfrm>
            <a:off x="3134350" y="3525825"/>
            <a:ext cx="9993900" cy="35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C03221"/>
                </a:solidFill>
                <a:latin typeface="DM Serif Display"/>
                <a:ea typeface="DM Serif Display"/>
                <a:cs typeface="DM Serif Display"/>
                <a:sym typeface="DM Serif Display"/>
              </a:rPr>
              <a:t>Shreya</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Background</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Interests related to course</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General interests</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Trajectory of research/life</a:t>
            </a:r>
            <a:endParaRPr sz="3200">
              <a:solidFill>
                <a:srgbClr val="C03221"/>
              </a:solidFill>
              <a:latin typeface="DM Serif Display"/>
              <a:ea typeface="DM Serif Display"/>
              <a:cs typeface="DM Serif Display"/>
              <a:sym typeface="DM Serif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70" name="Shape 70"/>
        <p:cNvGrpSpPr/>
        <p:nvPr/>
      </p:nvGrpSpPr>
      <p:grpSpPr>
        <a:xfrm>
          <a:off x="0" y="0"/>
          <a:ext cx="0" cy="0"/>
          <a:chOff x="0" y="0"/>
          <a:chExt cx="0" cy="0"/>
        </a:xfrm>
      </p:grpSpPr>
      <p:pic>
        <p:nvPicPr>
          <p:cNvPr id="71" name="Google Shape;71;p15"/>
          <p:cNvPicPr preferRelativeResize="0"/>
          <p:nvPr/>
        </p:nvPicPr>
        <p:blipFill>
          <a:blip r:embed="rId3">
            <a:alphaModFix/>
          </a:blip>
          <a:stretch>
            <a:fillRect/>
          </a:stretch>
        </p:blipFill>
        <p:spPr>
          <a:xfrm>
            <a:off x="9144009" y="1028700"/>
            <a:ext cx="8115300" cy="8228925"/>
          </a:xfrm>
          <a:prstGeom prst="rect">
            <a:avLst/>
          </a:prstGeom>
          <a:noFill/>
          <a:ln cap="flat" cmpd="sng" w="19050">
            <a:solidFill>
              <a:srgbClr val="C03221"/>
            </a:solidFill>
            <a:prstDash val="solid"/>
            <a:round/>
            <a:headEnd len="sm" w="sm" type="none"/>
            <a:tailEnd len="sm" w="sm" type="none"/>
          </a:ln>
        </p:spPr>
      </p:pic>
      <p:sp>
        <p:nvSpPr>
          <p:cNvPr id="72" name="Google Shape;72;p15"/>
          <p:cNvSpPr txBox="1"/>
          <p:nvPr/>
        </p:nvSpPr>
        <p:spPr>
          <a:xfrm>
            <a:off x="1028700" y="3272292"/>
            <a:ext cx="7462200" cy="6897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lang="en-US" sz="5600">
                <a:solidFill>
                  <a:srgbClr val="C03221"/>
                </a:solidFill>
                <a:latin typeface="DM Serif Display"/>
                <a:ea typeface="DM Serif Display"/>
                <a:cs typeface="DM Serif Display"/>
                <a:sym typeface="DM Serif Display"/>
              </a:rPr>
              <a:t>About Us</a:t>
            </a:r>
            <a:endParaRPr/>
          </a:p>
        </p:txBody>
      </p:sp>
      <p:sp>
        <p:nvSpPr>
          <p:cNvPr id="73" name="Google Shape;73;p15"/>
          <p:cNvSpPr txBox="1"/>
          <p:nvPr/>
        </p:nvSpPr>
        <p:spPr>
          <a:xfrm>
            <a:off x="1028700" y="4985883"/>
            <a:ext cx="7462200" cy="221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800" u="none" cap="none" strike="noStrike">
                <a:solidFill>
                  <a:srgbClr val="C03221"/>
                </a:solidFill>
                <a:latin typeface="DM Serif Display"/>
                <a:ea typeface="DM Serif Display"/>
                <a:cs typeface="DM Serif Display"/>
                <a:sym typeface="DM Serif Display"/>
              </a:rPr>
              <a:t>I'm Rain, and I'll be sharing with you my beautiful ideas. Follow me at @reallygreatsite to learn more. 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a:t>
            </a:r>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grpSp>
        <p:nvGrpSpPr>
          <p:cNvPr id="78" name="Google Shape;78;p16"/>
          <p:cNvGrpSpPr/>
          <p:nvPr/>
        </p:nvGrpSpPr>
        <p:grpSpPr>
          <a:xfrm>
            <a:off x="3792475" y="1541390"/>
            <a:ext cx="11258574" cy="8745601"/>
            <a:chOff x="0" y="0"/>
            <a:chExt cx="14452598" cy="11226702"/>
          </a:xfrm>
        </p:grpSpPr>
        <p:pic>
          <p:nvPicPr>
            <p:cNvPr descr="Picture 2" id="79" name="Google Shape;79;p16"/>
            <p:cNvPicPr preferRelativeResize="0"/>
            <p:nvPr/>
          </p:nvPicPr>
          <p:blipFill rotWithShape="1">
            <a:blip r:embed="rId3">
              <a:alphaModFix/>
            </a:blip>
            <a:srcRect b="0" l="0" r="0" t="0"/>
            <a:stretch/>
          </p:blipFill>
          <p:spPr>
            <a:xfrm>
              <a:off x="0" y="0"/>
              <a:ext cx="14452598" cy="10128252"/>
            </a:xfrm>
            <a:prstGeom prst="rect">
              <a:avLst/>
            </a:prstGeom>
            <a:noFill/>
            <a:ln>
              <a:noFill/>
            </a:ln>
          </p:spPr>
        </p:pic>
        <p:cxnSp>
          <p:nvCxnSpPr>
            <p:cNvPr id="80" name="Google Shape;80;p16"/>
            <p:cNvCxnSpPr/>
            <p:nvPr/>
          </p:nvCxnSpPr>
          <p:spPr>
            <a:xfrm>
              <a:off x="12258672" y="9956802"/>
              <a:ext cx="1269900" cy="1269900"/>
            </a:xfrm>
            <a:prstGeom prst="straightConnector1">
              <a:avLst/>
            </a:prstGeom>
            <a:noFill/>
            <a:ln>
              <a:noFill/>
            </a:ln>
          </p:spPr>
        </p:cxnSp>
      </p:grpSp>
      <p:sp>
        <p:nvSpPr>
          <p:cNvPr id="81" name="Google Shape;81;p16"/>
          <p:cNvSpPr txBox="1"/>
          <p:nvPr/>
        </p:nvSpPr>
        <p:spPr>
          <a:xfrm>
            <a:off x="903425" y="565155"/>
            <a:ext cx="16230600" cy="6897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lang="en-US" sz="5600">
                <a:solidFill>
                  <a:srgbClr val="C03221"/>
                </a:solidFill>
                <a:latin typeface="DM Serif Display"/>
                <a:ea typeface="DM Serif Display"/>
                <a:cs typeface="DM Serif Display"/>
                <a:sym typeface="DM Serif Display"/>
              </a:rPr>
              <a:t>Perception is ill-posed </a:t>
            </a:r>
            <a:endParaRPr/>
          </a:p>
        </p:txBody>
      </p:sp>
      <p:sp>
        <p:nvSpPr>
          <p:cNvPr id="82" name="Google Shape;82;p16"/>
          <p:cNvSpPr txBox="1"/>
          <p:nvPr/>
        </p:nvSpPr>
        <p:spPr>
          <a:xfrm>
            <a:off x="339300" y="3380100"/>
            <a:ext cx="4232700" cy="352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C03221"/>
                </a:solidFill>
                <a:latin typeface="DM Serif Display"/>
                <a:ea typeface="DM Serif Display"/>
                <a:cs typeface="DM Serif Display"/>
                <a:sym typeface="DM Serif Display"/>
              </a:rPr>
              <a:t>Animate the different versions </a:t>
            </a:r>
            <a:endParaRPr sz="3200">
              <a:solidFill>
                <a:srgbClr val="C03221"/>
              </a:solidFill>
              <a:latin typeface="DM Serif Display"/>
              <a:ea typeface="DM Serif Display"/>
              <a:cs typeface="DM Serif Display"/>
              <a:sym typeface="DM Serif Displ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nvSpPr>
        <p:spPr>
          <a:xfrm>
            <a:off x="903425" y="565155"/>
            <a:ext cx="16230600" cy="6897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lang="en-US" sz="5600">
                <a:solidFill>
                  <a:srgbClr val="C03221"/>
                </a:solidFill>
                <a:latin typeface="DM Serif Display"/>
                <a:ea typeface="DM Serif Display"/>
                <a:cs typeface="DM Serif Display"/>
                <a:sym typeface="DM Serif Display"/>
              </a:rPr>
              <a:t>How the brain solves this (General)</a:t>
            </a:r>
            <a:endParaRPr/>
          </a:p>
        </p:txBody>
      </p:sp>
      <p:pic>
        <p:nvPicPr>
          <p:cNvPr id="88" name="Google Shape;88;p17"/>
          <p:cNvPicPr preferRelativeResize="0"/>
          <p:nvPr/>
        </p:nvPicPr>
        <p:blipFill>
          <a:blip r:embed="rId3">
            <a:alphaModFix/>
          </a:blip>
          <a:stretch>
            <a:fillRect/>
          </a:stretch>
        </p:blipFill>
        <p:spPr>
          <a:xfrm>
            <a:off x="5010500" y="2075423"/>
            <a:ext cx="9410750" cy="6763975"/>
          </a:xfrm>
          <a:prstGeom prst="rect">
            <a:avLst/>
          </a:prstGeom>
          <a:noFill/>
          <a:ln>
            <a:noFill/>
          </a:ln>
        </p:spPr>
      </p:pic>
      <p:sp>
        <p:nvSpPr>
          <p:cNvPr id="89" name="Google Shape;89;p17"/>
          <p:cNvSpPr txBox="1"/>
          <p:nvPr/>
        </p:nvSpPr>
        <p:spPr>
          <a:xfrm>
            <a:off x="709925" y="3410450"/>
            <a:ext cx="4232700" cy="352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C03221"/>
                </a:solidFill>
                <a:latin typeface="DM Serif Display"/>
                <a:ea typeface="DM Serif Display"/>
                <a:cs typeface="DM Serif Display"/>
                <a:sym typeface="DM Serif Display"/>
              </a:rPr>
              <a:t>Animate visual system (neural paths) --- where and how </a:t>
            </a:r>
            <a:endParaRPr sz="3200">
              <a:solidFill>
                <a:srgbClr val="C03221"/>
              </a:solidFill>
              <a:latin typeface="DM Serif Display"/>
              <a:ea typeface="DM Serif Display"/>
              <a:cs typeface="DM Serif Display"/>
              <a:sym typeface="DM Serif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nvSpPr>
        <p:spPr>
          <a:xfrm>
            <a:off x="903425" y="565155"/>
            <a:ext cx="16230600" cy="6897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lang="en-US" sz="5600">
                <a:solidFill>
                  <a:srgbClr val="C03221"/>
                </a:solidFill>
                <a:latin typeface="DM Serif Display"/>
                <a:ea typeface="DM Serif Display"/>
                <a:cs typeface="DM Serif Display"/>
                <a:sym typeface="DM Serif Display"/>
              </a:rPr>
              <a:t>How the brain solves this</a:t>
            </a:r>
            <a:endParaRPr/>
          </a:p>
        </p:txBody>
      </p:sp>
      <p:sp>
        <p:nvSpPr>
          <p:cNvPr id="95" name="Google Shape;95;p18"/>
          <p:cNvSpPr txBox="1"/>
          <p:nvPr/>
        </p:nvSpPr>
        <p:spPr>
          <a:xfrm>
            <a:off x="709925" y="3410450"/>
            <a:ext cx="4232700" cy="352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C03221"/>
                </a:solidFill>
                <a:latin typeface="DM Serif Display"/>
                <a:ea typeface="DM Serif Display"/>
                <a:cs typeface="DM Serif Display"/>
                <a:sym typeface="DM Serif Display"/>
              </a:rPr>
              <a:t>More details about the visual system </a:t>
            </a:r>
            <a:endParaRPr sz="3200">
              <a:solidFill>
                <a:srgbClr val="C03221"/>
              </a:solidFill>
              <a:latin typeface="DM Serif Display"/>
              <a:ea typeface="DM Serif Display"/>
              <a:cs typeface="DM Serif Display"/>
              <a:sym typeface="DM Serif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99" name="Shape 99"/>
        <p:cNvGrpSpPr/>
        <p:nvPr/>
      </p:nvGrpSpPr>
      <p:grpSpPr>
        <a:xfrm>
          <a:off x="0" y="0"/>
          <a:ext cx="0" cy="0"/>
          <a:chOff x="0" y="0"/>
          <a:chExt cx="0" cy="0"/>
        </a:xfrm>
      </p:grpSpPr>
      <p:sp>
        <p:nvSpPr>
          <p:cNvPr id="100" name="Google Shape;100;p19"/>
          <p:cNvSpPr txBox="1"/>
          <p:nvPr/>
        </p:nvSpPr>
        <p:spPr>
          <a:xfrm>
            <a:off x="1571575" y="412055"/>
            <a:ext cx="16230600" cy="13791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lang="en-US" sz="5600">
                <a:solidFill>
                  <a:srgbClr val="C03221"/>
                </a:solidFill>
                <a:latin typeface="DM Serif Display"/>
                <a:ea typeface="DM Serif Display"/>
                <a:cs typeface="DM Serif Display"/>
                <a:sym typeface="DM Serif Display"/>
              </a:rPr>
              <a:t>Can computers do the same? </a:t>
            </a:r>
            <a:endParaRPr sz="5600">
              <a:solidFill>
                <a:srgbClr val="C03221"/>
              </a:solidFill>
              <a:latin typeface="DM Serif Display"/>
              <a:ea typeface="DM Serif Display"/>
              <a:cs typeface="DM Serif Display"/>
              <a:sym typeface="DM Serif Display"/>
            </a:endParaRPr>
          </a:p>
          <a:p>
            <a:pPr indent="0" lvl="0" marL="0" marR="0" rtl="0" algn="ctr">
              <a:lnSpc>
                <a:spcPct val="80000"/>
              </a:lnSpc>
              <a:spcBef>
                <a:spcPts val="0"/>
              </a:spcBef>
              <a:spcAft>
                <a:spcPts val="0"/>
              </a:spcAft>
              <a:buNone/>
            </a:pPr>
            <a:r>
              <a:rPr lang="en-US" sz="5600">
                <a:solidFill>
                  <a:srgbClr val="C03221"/>
                </a:solidFill>
                <a:latin typeface="DM Serif Display"/>
                <a:ea typeface="DM Serif Display"/>
                <a:cs typeface="DM Serif Display"/>
                <a:sym typeface="DM Serif Display"/>
              </a:rPr>
              <a:t>(Yes to some and no to others)</a:t>
            </a:r>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Image" id="105" name="Google Shape;105;p20"/>
          <p:cNvPicPr preferRelativeResize="0"/>
          <p:nvPr/>
        </p:nvPicPr>
        <p:blipFill rotWithShape="1">
          <a:blip r:embed="rId3">
            <a:alphaModFix/>
          </a:blip>
          <a:srcRect b="0" l="0" r="0" t="0"/>
          <a:stretch/>
        </p:blipFill>
        <p:spPr>
          <a:xfrm>
            <a:off x="6881223" y="2341408"/>
            <a:ext cx="4358768" cy="3768387"/>
          </a:xfrm>
          <a:prstGeom prst="rect">
            <a:avLst/>
          </a:prstGeom>
          <a:noFill/>
          <a:ln>
            <a:noFill/>
          </a:ln>
        </p:spPr>
      </p:pic>
      <p:sp>
        <p:nvSpPr>
          <p:cNvPr id="106" name="Google Shape;106;p20"/>
          <p:cNvSpPr txBox="1"/>
          <p:nvPr/>
        </p:nvSpPr>
        <p:spPr>
          <a:xfrm>
            <a:off x="6616381" y="1483522"/>
            <a:ext cx="5055300" cy="7755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800"/>
              <a:buFont typeface="Avenir"/>
              <a:buNone/>
            </a:pPr>
            <a:r>
              <a:rPr b="0" i="0" lang="en-US" sz="3800" u="none" cap="none" strike="noStrike">
                <a:solidFill>
                  <a:srgbClr val="000000"/>
                </a:solidFill>
                <a:latin typeface="Avenir"/>
                <a:ea typeface="Avenir"/>
                <a:cs typeface="Avenir"/>
                <a:sym typeface="Avenir"/>
              </a:rPr>
              <a:t>Healthcare</a:t>
            </a:r>
            <a:endParaRPr sz="1100"/>
          </a:p>
        </p:txBody>
      </p:sp>
      <p:pic>
        <p:nvPicPr>
          <p:cNvPr descr="Image" id="107" name="Google Shape;107;p20"/>
          <p:cNvPicPr preferRelativeResize="0"/>
          <p:nvPr/>
        </p:nvPicPr>
        <p:blipFill rotWithShape="1">
          <a:blip r:embed="rId4">
            <a:alphaModFix/>
          </a:blip>
          <a:srcRect b="0" l="0" r="0" t="0"/>
          <a:stretch/>
        </p:blipFill>
        <p:spPr>
          <a:xfrm>
            <a:off x="1682371" y="2341408"/>
            <a:ext cx="3768387" cy="3768387"/>
          </a:xfrm>
          <a:prstGeom prst="rect">
            <a:avLst/>
          </a:prstGeom>
          <a:noFill/>
          <a:ln>
            <a:noFill/>
          </a:ln>
        </p:spPr>
      </p:pic>
      <p:sp>
        <p:nvSpPr>
          <p:cNvPr id="108" name="Google Shape;108;p20"/>
          <p:cNvSpPr txBox="1"/>
          <p:nvPr/>
        </p:nvSpPr>
        <p:spPr>
          <a:xfrm>
            <a:off x="2465531" y="1646657"/>
            <a:ext cx="2001900" cy="5808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800"/>
              <a:buFont typeface="Avenir"/>
              <a:buNone/>
            </a:pPr>
            <a:r>
              <a:rPr b="0" i="0" lang="en-US" sz="3800" u="none" cap="none" strike="noStrike">
                <a:solidFill>
                  <a:srgbClr val="000000"/>
                </a:solidFill>
                <a:latin typeface="Avenir"/>
                <a:ea typeface="Avenir"/>
                <a:cs typeface="Avenir"/>
                <a:sym typeface="Avenir"/>
              </a:rPr>
              <a:t>Robotics</a:t>
            </a:r>
            <a:endParaRPr sz="1100"/>
          </a:p>
        </p:txBody>
      </p:sp>
      <p:pic>
        <p:nvPicPr>
          <p:cNvPr descr="image5.png" id="109" name="Google Shape;109;p20"/>
          <p:cNvPicPr preferRelativeResize="0"/>
          <p:nvPr/>
        </p:nvPicPr>
        <p:blipFill rotWithShape="1">
          <a:blip r:embed="rId5">
            <a:alphaModFix/>
          </a:blip>
          <a:srcRect b="15095" l="0" r="0" t="29592"/>
          <a:stretch/>
        </p:blipFill>
        <p:spPr>
          <a:xfrm>
            <a:off x="12562852" y="2573758"/>
            <a:ext cx="5523313" cy="2035363"/>
          </a:xfrm>
          <a:prstGeom prst="rect">
            <a:avLst/>
          </a:prstGeom>
          <a:noFill/>
          <a:ln>
            <a:noFill/>
          </a:ln>
        </p:spPr>
      </p:pic>
      <p:pic>
        <p:nvPicPr>
          <p:cNvPr descr="image7.png" id="110" name="Google Shape;110;p20"/>
          <p:cNvPicPr preferRelativeResize="0"/>
          <p:nvPr/>
        </p:nvPicPr>
        <p:blipFill rotWithShape="1">
          <a:blip r:embed="rId6">
            <a:alphaModFix/>
          </a:blip>
          <a:srcRect b="3614" l="24470" r="21487" t="20294"/>
          <a:stretch/>
        </p:blipFill>
        <p:spPr>
          <a:xfrm>
            <a:off x="1810690" y="6906550"/>
            <a:ext cx="3511705" cy="3298372"/>
          </a:xfrm>
          <a:prstGeom prst="rect">
            <a:avLst/>
          </a:prstGeom>
          <a:noFill/>
          <a:ln>
            <a:noFill/>
          </a:ln>
        </p:spPr>
      </p:pic>
      <p:sp>
        <p:nvSpPr>
          <p:cNvPr id="111" name="Google Shape;111;p20"/>
          <p:cNvSpPr txBox="1"/>
          <p:nvPr/>
        </p:nvSpPr>
        <p:spPr>
          <a:xfrm>
            <a:off x="2592041" y="6223794"/>
            <a:ext cx="1948800" cy="6954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800"/>
              <a:buFont typeface="Avenir"/>
              <a:buNone/>
            </a:pPr>
            <a:r>
              <a:rPr b="0" i="0" lang="en-US" sz="3800" u="none" cap="none" strike="noStrike">
                <a:solidFill>
                  <a:srgbClr val="000000"/>
                </a:solidFill>
                <a:latin typeface="Avenir"/>
                <a:ea typeface="Avenir"/>
                <a:cs typeface="Avenir"/>
                <a:sym typeface="Avenir"/>
              </a:rPr>
              <a:t>Driving</a:t>
            </a:r>
            <a:endParaRPr sz="1100"/>
          </a:p>
        </p:txBody>
      </p:sp>
      <p:sp>
        <p:nvSpPr>
          <p:cNvPr id="112" name="Google Shape;112;p20"/>
          <p:cNvSpPr txBox="1"/>
          <p:nvPr/>
        </p:nvSpPr>
        <p:spPr>
          <a:xfrm>
            <a:off x="14347080" y="1730810"/>
            <a:ext cx="1954800" cy="6864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800"/>
              <a:buFont typeface="Avenir"/>
              <a:buNone/>
            </a:pPr>
            <a:r>
              <a:rPr b="0" i="0" lang="en-US" sz="3800" u="none" cap="none" strike="noStrike">
                <a:solidFill>
                  <a:srgbClr val="000000"/>
                </a:solidFill>
                <a:latin typeface="Avenir"/>
                <a:ea typeface="Avenir"/>
                <a:cs typeface="Avenir"/>
                <a:sym typeface="Avenir"/>
              </a:rPr>
              <a:t>Gaming</a:t>
            </a:r>
            <a:endParaRPr sz="1100"/>
          </a:p>
        </p:txBody>
      </p:sp>
      <p:pic>
        <p:nvPicPr>
          <p:cNvPr descr="gnphwadsff1l_iadafuuivkaaaaabj0jaaab.jpg" id="113" name="Google Shape;113;p20"/>
          <p:cNvPicPr preferRelativeResize="0"/>
          <p:nvPr/>
        </p:nvPicPr>
        <p:blipFill rotWithShape="1">
          <a:blip r:embed="rId7">
            <a:alphaModFix/>
          </a:blip>
          <a:srcRect b="0" l="66562" r="0" t="0"/>
          <a:stretch/>
        </p:blipFill>
        <p:spPr>
          <a:xfrm>
            <a:off x="15403763" y="4913366"/>
            <a:ext cx="2538026" cy="5197676"/>
          </a:xfrm>
          <a:prstGeom prst="rect">
            <a:avLst/>
          </a:prstGeom>
          <a:noFill/>
          <a:ln>
            <a:noFill/>
          </a:ln>
        </p:spPr>
      </p:pic>
      <p:sp>
        <p:nvSpPr>
          <p:cNvPr id="114" name="Google Shape;114;p20"/>
          <p:cNvSpPr txBox="1"/>
          <p:nvPr/>
        </p:nvSpPr>
        <p:spPr>
          <a:xfrm>
            <a:off x="12365425" y="7168957"/>
            <a:ext cx="3090300" cy="6864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800"/>
              <a:buFont typeface="Avenir"/>
              <a:buNone/>
            </a:pPr>
            <a:r>
              <a:rPr b="0" i="0" lang="en-US" sz="3800" u="none" cap="none" strike="noStrike">
                <a:solidFill>
                  <a:srgbClr val="000000"/>
                </a:solidFill>
                <a:latin typeface="Avenir"/>
                <a:ea typeface="Avenir"/>
                <a:cs typeface="Avenir"/>
                <a:sym typeface="Avenir"/>
              </a:rPr>
              <a:t>Accessibility</a:t>
            </a:r>
            <a:endParaRPr sz="1100"/>
          </a:p>
        </p:txBody>
      </p:sp>
      <p:sp>
        <p:nvSpPr>
          <p:cNvPr id="115" name="Google Shape;115;p20"/>
          <p:cNvSpPr txBox="1"/>
          <p:nvPr>
            <p:ph type="title"/>
          </p:nvPr>
        </p:nvSpPr>
        <p:spPr>
          <a:xfrm>
            <a:off x="1622622" y="-169848"/>
            <a:ext cx="15754200" cy="1714500"/>
          </a:xfrm>
          <a:prstGeom prst="rect">
            <a:avLst/>
          </a:prstGeom>
          <a:noFill/>
          <a:ln>
            <a:noFill/>
          </a:ln>
        </p:spPr>
        <p:txBody>
          <a:bodyPr anchorCtr="0" anchor="ctr" bIns="38100" lIns="38100" spcFirstLastPara="1" rIns="38100" wrap="square" tIns="38100">
            <a:normAutofit/>
          </a:bodyPr>
          <a:lstStyle/>
          <a:p>
            <a:pPr indent="0" lvl="0" marL="0" marR="0" rtl="0" algn="l">
              <a:lnSpc>
                <a:spcPct val="100000"/>
              </a:lnSpc>
              <a:spcBef>
                <a:spcPts val="0"/>
              </a:spcBef>
              <a:spcAft>
                <a:spcPts val="0"/>
              </a:spcAft>
              <a:buClr>
                <a:srgbClr val="000000"/>
              </a:buClr>
              <a:buSzPts val="8300"/>
              <a:buFont typeface="Avenir"/>
              <a:buNone/>
            </a:pPr>
            <a:r>
              <a:rPr lang="en-US" sz="8300"/>
              <a:t>Exciting times in computer vision</a:t>
            </a:r>
            <a:endParaRPr/>
          </a:p>
        </p:txBody>
      </p:sp>
      <p:sp>
        <p:nvSpPr>
          <p:cNvPr id="116" name="Google Shape;116;p20"/>
          <p:cNvSpPr txBox="1"/>
          <p:nvPr/>
        </p:nvSpPr>
        <p:spPr>
          <a:xfrm>
            <a:off x="6532988" y="6223794"/>
            <a:ext cx="5055300" cy="7755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0000"/>
              </a:buClr>
              <a:buSzPts val="3800"/>
              <a:buFont typeface="Avenir"/>
              <a:buNone/>
            </a:pPr>
            <a:r>
              <a:rPr b="0" i="0" lang="en-US" sz="3800" u="none" cap="none" strike="noStrike">
                <a:solidFill>
                  <a:srgbClr val="000000"/>
                </a:solidFill>
                <a:latin typeface="Avenir"/>
                <a:ea typeface="Avenir"/>
                <a:cs typeface="Avenir"/>
                <a:sym typeface="Avenir"/>
              </a:rPr>
              <a:t>Ecology</a:t>
            </a:r>
            <a:endParaRPr sz="1100"/>
          </a:p>
        </p:txBody>
      </p:sp>
      <p:pic>
        <p:nvPicPr>
          <p:cNvPr descr="z9JzpOLaGYqrol6koZrKcEt46hJPxXw4PbzjwkXiIRvirOYFCUJG_rX9J3HrlzQ-bFW01yR47HltIFQSEzSwYZkU3jEpMqnPCNppxJpwIuSoPBmewJN8yKvkETzJlPdUbDDr6WutvlAMj9Ehldx7g1LE3Q=s2048.png" id="117" name="Google Shape;117;p20"/>
          <p:cNvPicPr preferRelativeResize="0"/>
          <p:nvPr/>
        </p:nvPicPr>
        <p:blipFill rotWithShape="1">
          <a:blip r:embed="rId8">
            <a:alphaModFix/>
          </a:blip>
          <a:srcRect b="0" l="50087" r="0" t="0"/>
          <a:stretch/>
        </p:blipFill>
        <p:spPr>
          <a:xfrm>
            <a:off x="6133753" y="6906551"/>
            <a:ext cx="5853619" cy="32984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1152525" y="-398248"/>
            <a:ext cx="15754200" cy="1714500"/>
          </a:xfrm>
          <a:prstGeom prst="rect">
            <a:avLst/>
          </a:prstGeom>
          <a:noFill/>
          <a:ln>
            <a:noFill/>
          </a:ln>
        </p:spPr>
        <p:txBody>
          <a:bodyPr anchorCtr="0" anchor="ctr" bIns="38100" lIns="38100" spcFirstLastPara="1" rIns="38100" wrap="square" tIns="38100">
            <a:normAutofit/>
          </a:bodyPr>
          <a:lstStyle/>
          <a:p>
            <a:pPr indent="0" lvl="0" marL="0" marR="0" rtl="0" algn="ctr">
              <a:lnSpc>
                <a:spcPct val="100000"/>
              </a:lnSpc>
              <a:spcBef>
                <a:spcPts val="0"/>
              </a:spcBef>
              <a:spcAft>
                <a:spcPts val="0"/>
              </a:spcAft>
              <a:buClr>
                <a:srgbClr val="000000"/>
              </a:buClr>
              <a:buSzPts val="5900"/>
              <a:buFont typeface="Avenir"/>
              <a:buNone/>
            </a:pPr>
            <a:r>
              <a:rPr lang="en-US" sz="5900">
                <a:latin typeface="Avenir"/>
                <a:ea typeface="Avenir"/>
                <a:cs typeface="Avenir"/>
                <a:sym typeface="Avenir"/>
              </a:rPr>
              <a:t>Exciting times in computer vision</a:t>
            </a:r>
            <a:endParaRPr/>
          </a:p>
        </p:txBody>
      </p:sp>
      <p:sp>
        <p:nvSpPr>
          <p:cNvPr id="123" name="Google Shape;123;p21"/>
          <p:cNvSpPr txBox="1"/>
          <p:nvPr/>
        </p:nvSpPr>
        <p:spPr>
          <a:xfrm>
            <a:off x="383288" y="9519548"/>
            <a:ext cx="4938000" cy="871500"/>
          </a:xfrm>
          <a:prstGeom prst="rect">
            <a:avLst/>
          </a:prstGeom>
          <a:noFill/>
          <a:ln>
            <a:noFill/>
          </a:ln>
        </p:spPr>
        <p:txBody>
          <a:bodyPr anchorCtr="0" anchor="ctr" bIns="68575" lIns="68575" spcFirstLastPara="1" rIns="68575" wrap="square" tIns="68575">
            <a:normAutofit/>
          </a:bodyPr>
          <a:lstStyle/>
          <a:p>
            <a:pPr indent="0" lvl="0" marL="0" marR="0" rtl="0" algn="l">
              <a:lnSpc>
                <a:spcPct val="90000"/>
              </a:lnSpc>
              <a:spcBef>
                <a:spcPts val="0"/>
              </a:spcBef>
              <a:spcAft>
                <a:spcPts val="0"/>
              </a:spcAft>
              <a:buClr>
                <a:srgbClr val="000000"/>
              </a:buClr>
              <a:buSzPts val="3300"/>
              <a:buFont typeface="Avenir"/>
              <a:buNone/>
            </a:pPr>
            <a:r>
              <a:rPr b="0" i="0" lang="en-US" sz="3300" u="none" cap="none" strike="noStrike">
                <a:solidFill>
                  <a:srgbClr val="000000"/>
                </a:solidFill>
                <a:latin typeface="Avenir"/>
                <a:ea typeface="Avenir"/>
                <a:cs typeface="Avenir"/>
                <a:sym typeface="Avenir"/>
              </a:rPr>
              <a:t>chatGPT 4o (Open AI)</a:t>
            </a:r>
            <a:endParaRPr sz="1100"/>
          </a:p>
        </p:txBody>
      </p:sp>
      <p:sp>
        <p:nvSpPr>
          <p:cNvPr id="124" name="Google Shape;124;p21"/>
          <p:cNvSpPr txBox="1"/>
          <p:nvPr/>
        </p:nvSpPr>
        <p:spPr>
          <a:xfrm>
            <a:off x="12080375" y="9619707"/>
            <a:ext cx="6063600" cy="569400"/>
          </a:xfrm>
          <a:prstGeom prst="rect">
            <a:avLst/>
          </a:prstGeom>
          <a:noFill/>
          <a:ln>
            <a:noFill/>
          </a:ln>
        </p:spPr>
        <p:txBody>
          <a:bodyPr anchorCtr="0" anchor="ctr" bIns="38100" lIns="38100" spcFirstLastPara="1" rIns="38100" wrap="square" tIns="38100">
            <a:spAutoFit/>
          </a:bodyPr>
          <a:lstStyle/>
          <a:p>
            <a:pPr indent="0" lvl="0" marL="0" marR="0" rtl="0" algn="ctr">
              <a:lnSpc>
                <a:spcPct val="100000"/>
              </a:lnSpc>
              <a:spcBef>
                <a:spcPts val="0"/>
              </a:spcBef>
              <a:spcAft>
                <a:spcPts val="0"/>
              </a:spcAft>
              <a:buClr>
                <a:srgbClr val="000000"/>
              </a:buClr>
              <a:buSzPts val="1600"/>
              <a:buFont typeface="Avenir"/>
              <a:buNone/>
            </a:pPr>
            <a:r>
              <a:rPr b="0" i="0" lang="en-US" sz="1600" u="none" cap="none" strike="noStrike">
                <a:solidFill>
                  <a:srgbClr val="000000"/>
                </a:solidFill>
                <a:latin typeface="Avenir"/>
                <a:ea typeface="Avenir"/>
                <a:cs typeface="Avenir"/>
                <a:sym typeface="Avenir"/>
              </a:rPr>
              <a:t>https://www.reddit.com/r/dalle2/comments/y4mygn/a_cup_of_cat/</a:t>
            </a:r>
            <a:endParaRPr sz="1100"/>
          </a:p>
        </p:txBody>
      </p:sp>
      <p:sp>
        <p:nvSpPr>
          <p:cNvPr id="125" name="Google Shape;125;p21"/>
          <p:cNvSpPr txBox="1"/>
          <p:nvPr/>
        </p:nvSpPr>
        <p:spPr>
          <a:xfrm>
            <a:off x="14343430" y="9865156"/>
            <a:ext cx="3684000" cy="431100"/>
          </a:xfrm>
          <a:prstGeom prst="rect">
            <a:avLst/>
          </a:prstGeom>
          <a:noFill/>
          <a:ln>
            <a:noFill/>
          </a:ln>
        </p:spPr>
        <p:txBody>
          <a:bodyPr anchorCtr="0" anchor="ctr" bIns="38100" lIns="38100" spcFirstLastPara="1" rIns="38100" wrap="square" tIns="38100">
            <a:spAutoFit/>
          </a:bodyPr>
          <a:lstStyle/>
          <a:p>
            <a:pPr indent="0" lvl="0" marL="0" marR="0" rtl="0" algn="ctr">
              <a:lnSpc>
                <a:spcPct val="100000"/>
              </a:lnSpc>
              <a:spcBef>
                <a:spcPts val="0"/>
              </a:spcBef>
              <a:spcAft>
                <a:spcPts val="0"/>
              </a:spcAft>
              <a:buClr>
                <a:srgbClr val="000000"/>
              </a:buClr>
              <a:buSzPts val="2300"/>
              <a:buFont typeface="Avenir"/>
              <a:buNone/>
            </a:pPr>
            <a:r>
              <a:rPr b="0" i="0" lang="en-US" sz="2300" u="none" cap="none" strike="noStrike">
                <a:solidFill>
                  <a:srgbClr val="000000"/>
                </a:solidFill>
                <a:latin typeface="Avenir"/>
                <a:ea typeface="Avenir"/>
                <a:cs typeface="Avenir"/>
                <a:sym typeface="Avenir"/>
              </a:rPr>
              <a:t>Idea for prompt: Shuang Li</a:t>
            </a:r>
            <a:endParaRPr sz="1100"/>
          </a:p>
        </p:txBody>
      </p:sp>
      <p:sp>
        <p:nvSpPr>
          <p:cNvPr id="126" name="Google Shape;126;p21"/>
          <p:cNvSpPr txBox="1"/>
          <p:nvPr/>
        </p:nvSpPr>
        <p:spPr>
          <a:xfrm>
            <a:off x="3950680" y="890730"/>
            <a:ext cx="11481600" cy="1377600"/>
          </a:xfrm>
          <a:prstGeom prst="rect">
            <a:avLst/>
          </a:prstGeom>
          <a:noFill/>
          <a:ln>
            <a:noFill/>
          </a:ln>
        </p:spPr>
        <p:txBody>
          <a:bodyPr anchorCtr="0" anchor="ctr" bIns="38100" lIns="38100" spcFirstLastPara="1" rIns="38100" wrap="square" tIns="38100">
            <a:spAutoFit/>
          </a:bodyPr>
          <a:lstStyle/>
          <a:p>
            <a:pPr indent="0" lvl="0" marL="0" marR="0" rtl="0" algn="l">
              <a:lnSpc>
                <a:spcPct val="100000"/>
              </a:lnSpc>
              <a:spcBef>
                <a:spcPts val="0"/>
              </a:spcBef>
              <a:spcAft>
                <a:spcPts val="0"/>
              </a:spcAft>
              <a:buClr>
                <a:srgbClr val="000000"/>
              </a:buClr>
              <a:buSzPts val="2400"/>
              <a:buFont typeface="Times"/>
              <a:buNone/>
            </a:pPr>
            <a:r>
              <a:rPr b="0" i="0" lang="en-US" sz="2400" u="none" cap="none" strike="noStrike">
                <a:solidFill>
                  <a:srgbClr val="000000"/>
                </a:solidFill>
                <a:latin typeface="Times"/>
                <a:ea typeface="Times"/>
                <a:cs typeface="Times"/>
                <a:sym typeface="Times"/>
              </a:rPr>
              <a:t>The prompt to ChatGPT 4o:  “show images of: a cup of coffee, and a cat, and "a cup of cat” “</a:t>
            </a:r>
            <a:endParaRPr sz="1100"/>
          </a:p>
          <a:p>
            <a:pPr indent="0" lvl="0" marL="0" marR="0" rtl="0" algn="l">
              <a:lnSpc>
                <a:spcPct val="100000"/>
              </a:lnSpc>
              <a:spcBef>
                <a:spcPts val="0"/>
              </a:spcBef>
              <a:spcAft>
                <a:spcPts val="0"/>
              </a:spcAft>
              <a:buClr>
                <a:srgbClr val="000000"/>
              </a:buClr>
              <a:buSzPts val="2400"/>
              <a:buFont typeface="Times"/>
              <a:buNone/>
            </a:pPr>
            <a:r>
              <a:t/>
            </a:r>
            <a:endParaRPr b="0" i="0" sz="2400" u="none" cap="none" strike="noStrike">
              <a:solidFill>
                <a:srgbClr val="000000"/>
              </a:solidFill>
              <a:latin typeface="Times"/>
              <a:ea typeface="Times"/>
              <a:cs typeface="Times"/>
              <a:sym typeface="Times"/>
            </a:endParaRPr>
          </a:p>
          <a:p>
            <a:pPr indent="0" lvl="0" marL="0" marR="0" rtl="0" algn="l">
              <a:lnSpc>
                <a:spcPct val="100000"/>
              </a:lnSpc>
              <a:spcBef>
                <a:spcPts val="1500"/>
              </a:spcBef>
              <a:spcAft>
                <a:spcPts val="0"/>
              </a:spcAft>
              <a:buClr>
                <a:srgbClr val="000000"/>
              </a:buClr>
              <a:buSzPts val="2400"/>
              <a:buFont typeface="Times"/>
              <a:buNone/>
            </a:pPr>
            <a:r>
              <a:t/>
            </a:r>
            <a:endParaRPr b="0" i="0" sz="2400" u="none" cap="none" strike="noStrike">
              <a:solidFill>
                <a:srgbClr val="000000"/>
              </a:solidFill>
              <a:latin typeface="Times"/>
              <a:ea typeface="Times"/>
              <a:cs typeface="Times"/>
              <a:sym typeface="Times"/>
            </a:endParaRPr>
          </a:p>
        </p:txBody>
      </p:sp>
      <p:grpSp>
        <p:nvGrpSpPr>
          <p:cNvPr id="127" name="Google Shape;127;p21"/>
          <p:cNvGrpSpPr/>
          <p:nvPr/>
        </p:nvGrpSpPr>
        <p:grpSpPr>
          <a:xfrm>
            <a:off x="685800" y="1798498"/>
            <a:ext cx="16194189" cy="5326203"/>
            <a:chOff x="0" y="0"/>
            <a:chExt cx="21592252" cy="7101603"/>
          </a:xfrm>
        </p:grpSpPr>
        <p:sp>
          <p:nvSpPr>
            <p:cNvPr id="128" name="Google Shape;128;p21"/>
            <p:cNvSpPr txBox="1"/>
            <p:nvPr/>
          </p:nvSpPr>
          <p:spPr>
            <a:xfrm>
              <a:off x="16334408" y="0"/>
              <a:ext cx="4767900" cy="10467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4200"/>
                <a:buFont typeface="Avenir"/>
                <a:buNone/>
              </a:pPr>
              <a:r>
                <a:rPr b="0" i="0" lang="en-US" sz="4200" u="none" cap="none" strike="noStrike">
                  <a:solidFill>
                    <a:srgbClr val="000000"/>
                  </a:solidFill>
                  <a:latin typeface="Avenir"/>
                  <a:ea typeface="Avenir"/>
                  <a:cs typeface="Avenir"/>
                  <a:sym typeface="Avenir"/>
                </a:rPr>
                <a:t>“A cup of cat”</a:t>
              </a:r>
              <a:endParaRPr sz="1100"/>
            </a:p>
          </p:txBody>
        </p:sp>
        <p:sp>
          <p:nvSpPr>
            <p:cNvPr id="129" name="Google Shape;129;p21"/>
            <p:cNvSpPr txBox="1"/>
            <p:nvPr/>
          </p:nvSpPr>
          <p:spPr>
            <a:xfrm>
              <a:off x="204017" y="152400"/>
              <a:ext cx="5783400" cy="10467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4200"/>
                <a:buFont typeface="Avenir"/>
                <a:buNone/>
              </a:pPr>
              <a:r>
                <a:rPr b="0" i="0" lang="en-US" sz="4200" u="none" cap="none" strike="noStrike">
                  <a:solidFill>
                    <a:srgbClr val="000000"/>
                  </a:solidFill>
                  <a:latin typeface="Avenir"/>
                  <a:ea typeface="Avenir"/>
                  <a:cs typeface="Avenir"/>
                  <a:sym typeface="Avenir"/>
                </a:rPr>
                <a:t>“A cup of coffee”</a:t>
              </a:r>
              <a:endParaRPr sz="1100"/>
            </a:p>
          </p:txBody>
        </p:sp>
        <p:sp>
          <p:nvSpPr>
            <p:cNvPr id="130" name="Google Shape;130;p21"/>
            <p:cNvSpPr txBox="1"/>
            <p:nvPr/>
          </p:nvSpPr>
          <p:spPr>
            <a:xfrm>
              <a:off x="9831525" y="25400"/>
              <a:ext cx="2567400" cy="10467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4200"/>
                <a:buFont typeface="Avenir"/>
                <a:buNone/>
              </a:pPr>
              <a:r>
                <a:rPr b="0" i="0" lang="en-US" sz="4200" u="none" cap="none" strike="noStrike">
                  <a:solidFill>
                    <a:srgbClr val="000000"/>
                  </a:solidFill>
                  <a:latin typeface="Avenir"/>
                  <a:ea typeface="Avenir"/>
                  <a:cs typeface="Avenir"/>
                  <a:sym typeface="Avenir"/>
                </a:rPr>
                <a:t>“A cat”</a:t>
              </a:r>
              <a:endParaRPr sz="1100"/>
            </a:p>
          </p:txBody>
        </p:sp>
        <p:pic>
          <p:nvPicPr>
            <p:cNvPr descr="Image" id="131" name="Google Shape;131;p21"/>
            <p:cNvPicPr preferRelativeResize="0"/>
            <p:nvPr/>
          </p:nvPicPr>
          <p:blipFill rotWithShape="1">
            <a:blip r:embed="rId3">
              <a:alphaModFix/>
            </a:blip>
            <a:srcRect b="0" l="0" r="0" t="0"/>
            <a:stretch/>
          </p:blipFill>
          <p:spPr>
            <a:xfrm>
              <a:off x="0" y="1251919"/>
              <a:ext cx="5849682" cy="5849684"/>
            </a:xfrm>
            <a:prstGeom prst="rect">
              <a:avLst/>
            </a:prstGeom>
            <a:noFill/>
            <a:ln>
              <a:noFill/>
            </a:ln>
          </p:spPr>
        </p:pic>
        <p:pic>
          <p:nvPicPr>
            <p:cNvPr descr="Image" id="132" name="Google Shape;132;p21"/>
            <p:cNvPicPr preferRelativeResize="0"/>
            <p:nvPr/>
          </p:nvPicPr>
          <p:blipFill rotWithShape="1">
            <a:blip r:embed="rId4">
              <a:alphaModFix/>
            </a:blip>
            <a:srcRect b="0" l="0" r="0" t="0"/>
            <a:stretch/>
          </p:blipFill>
          <p:spPr>
            <a:xfrm>
              <a:off x="8305800" y="1138801"/>
              <a:ext cx="5812731" cy="5812731"/>
            </a:xfrm>
            <a:prstGeom prst="rect">
              <a:avLst/>
            </a:prstGeom>
            <a:noFill/>
            <a:ln>
              <a:noFill/>
            </a:ln>
          </p:spPr>
        </p:pic>
        <p:pic>
          <p:nvPicPr>
            <p:cNvPr descr="Image" id="133" name="Google Shape;133;p21"/>
            <p:cNvPicPr preferRelativeResize="0"/>
            <p:nvPr/>
          </p:nvPicPr>
          <p:blipFill rotWithShape="1">
            <a:blip r:embed="rId5">
              <a:alphaModFix/>
            </a:blip>
            <a:srcRect b="0" l="0" r="0" t="0"/>
            <a:stretch/>
          </p:blipFill>
          <p:spPr>
            <a:xfrm>
              <a:off x="15748000" y="1155255"/>
              <a:ext cx="5844252" cy="584425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Picture 5" id="138" name="Google Shape;138;p22"/>
          <p:cNvPicPr preferRelativeResize="0"/>
          <p:nvPr/>
        </p:nvPicPr>
        <p:blipFill rotWithShape="1">
          <a:blip r:embed="rId3">
            <a:alphaModFix/>
          </a:blip>
          <a:srcRect b="0" l="0" r="0" t="0"/>
          <a:stretch/>
        </p:blipFill>
        <p:spPr>
          <a:xfrm>
            <a:off x="4579298" y="1605310"/>
            <a:ext cx="7633941" cy="7633940"/>
          </a:xfrm>
          <a:prstGeom prst="rect">
            <a:avLst/>
          </a:prstGeom>
          <a:noFill/>
          <a:ln>
            <a:noFill/>
          </a:ln>
        </p:spPr>
      </p:pic>
      <p:sp>
        <p:nvSpPr>
          <p:cNvPr id="139" name="Google Shape;139;p22"/>
          <p:cNvSpPr txBox="1"/>
          <p:nvPr>
            <p:ph type="title"/>
          </p:nvPr>
        </p:nvSpPr>
        <p:spPr>
          <a:xfrm>
            <a:off x="1309790" y="0"/>
            <a:ext cx="15754200" cy="1714500"/>
          </a:xfrm>
          <a:prstGeom prst="rect">
            <a:avLst/>
          </a:prstGeom>
          <a:noFill/>
          <a:ln>
            <a:noFill/>
          </a:ln>
        </p:spPr>
        <p:txBody>
          <a:bodyPr anchorCtr="0" anchor="ctr" bIns="38100" lIns="38100" spcFirstLastPara="1" rIns="38100" wrap="square" tIns="38100">
            <a:normAutofit/>
          </a:bodyPr>
          <a:lstStyle/>
          <a:p>
            <a:pPr indent="0" lvl="0" marL="0" rtl="0" algn="l">
              <a:lnSpc>
                <a:spcPct val="100000"/>
              </a:lnSpc>
              <a:spcBef>
                <a:spcPts val="0"/>
              </a:spcBef>
              <a:spcAft>
                <a:spcPts val="0"/>
              </a:spcAft>
              <a:buClr>
                <a:srgbClr val="000000"/>
              </a:buClr>
              <a:buSzPts val="8400"/>
              <a:buFont typeface="Avenir"/>
              <a:buNone/>
            </a:pPr>
            <a:r>
              <a:rPr lang="en-US" sz="8400">
                <a:solidFill>
                  <a:srgbClr val="000000"/>
                </a:solidFill>
                <a:latin typeface="Avenir"/>
                <a:ea typeface="Avenir"/>
                <a:cs typeface="Avenir"/>
                <a:sym typeface="Avenir"/>
              </a:rPr>
              <a:t>Not long ago…</a:t>
            </a:r>
            <a:endParaRPr/>
          </a:p>
        </p:txBody>
      </p:sp>
      <p:grpSp>
        <p:nvGrpSpPr>
          <p:cNvPr id="140" name="Google Shape;140;p22"/>
          <p:cNvGrpSpPr/>
          <p:nvPr/>
        </p:nvGrpSpPr>
        <p:grpSpPr>
          <a:xfrm>
            <a:off x="4718474" y="2983972"/>
            <a:ext cx="7355586" cy="5093548"/>
            <a:chOff x="0" y="0"/>
            <a:chExt cx="9807448" cy="6791397"/>
          </a:xfrm>
        </p:grpSpPr>
        <p:sp>
          <p:nvSpPr>
            <p:cNvPr id="141" name="Google Shape;141;p22"/>
            <p:cNvSpPr/>
            <p:nvPr/>
          </p:nvSpPr>
          <p:spPr>
            <a:xfrm>
              <a:off x="0" y="1317317"/>
              <a:ext cx="2360100" cy="3933300"/>
            </a:xfrm>
            <a:prstGeom prst="rect">
              <a:avLst/>
            </a:prstGeom>
            <a:noFill/>
            <a:ln cap="flat" cmpd="sng" w="85725">
              <a:solidFill>
                <a:srgbClr val="FF0000"/>
              </a:solidFill>
              <a:prstDash val="solid"/>
              <a:round/>
              <a:headEnd len="sm" w="sm" type="none"/>
              <a:tailEnd len="sm" w="sm" type="none"/>
            </a:ln>
            <a:effectLst>
              <a:outerShdw blurRad="57150" rotWithShape="0" dir="5400000" dist="28575">
                <a:srgbClr val="000000">
                  <a:alpha val="34900"/>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2700"/>
                <a:buFont typeface="Calibri"/>
                <a:buNone/>
              </a:pPr>
              <a:r>
                <a:t/>
              </a:r>
              <a:endParaRPr b="0" i="0" sz="2700" u="none" cap="none" strike="noStrike">
                <a:solidFill>
                  <a:srgbClr val="FFFFFF"/>
                </a:solidFill>
                <a:latin typeface="Calibri"/>
                <a:ea typeface="Calibri"/>
                <a:cs typeface="Calibri"/>
                <a:sym typeface="Calibri"/>
              </a:endParaRPr>
            </a:p>
          </p:txBody>
        </p:sp>
        <p:sp>
          <p:nvSpPr>
            <p:cNvPr id="142" name="Google Shape;142;p22"/>
            <p:cNvSpPr txBox="1"/>
            <p:nvPr/>
          </p:nvSpPr>
          <p:spPr>
            <a:xfrm>
              <a:off x="26222" y="1369759"/>
              <a:ext cx="2316900" cy="1014300"/>
            </a:xfrm>
            <a:prstGeom prst="rect">
              <a:avLst/>
            </a:prstGeom>
            <a:solidFill>
              <a:srgbClr val="FFFFFF"/>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4200"/>
                <a:buFont typeface="Arial"/>
                <a:buNone/>
              </a:pPr>
              <a:r>
                <a:rPr b="0" i="0" lang="en-US" sz="4200" u="none" cap="none" strike="noStrike">
                  <a:solidFill>
                    <a:srgbClr val="000000"/>
                  </a:solidFill>
                  <a:latin typeface="Arial"/>
                  <a:ea typeface="Arial"/>
                  <a:cs typeface="Arial"/>
                  <a:sym typeface="Arial"/>
                </a:rPr>
                <a:t>Sheep</a:t>
              </a:r>
              <a:endParaRPr sz="1100"/>
            </a:p>
          </p:txBody>
        </p:sp>
        <p:sp>
          <p:nvSpPr>
            <p:cNvPr id="143" name="Google Shape;143;p22"/>
            <p:cNvSpPr/>
            <p:nvPr/>
          </p:nvSpPr>
          <p:spPr>
            <a:xfrm>
              <a:off x="6601948" y="0"/>
              <a:ext cx="3205500" cy="2261400"/>
            </a:xfrm>
            <a:prstGeom prst="rect">
              <a:avLst/>
            </a:prstGeom>
            <a:noFill/>
            <a:ln cap="flat" cmpd="sng" w="85725">
              <a:solidFill>
                <a:srgbClr val="008000"/>
              </a:solidFill>
              <a:prstDash val="solid"/>
              <a:round/>
              <a:headEnd len="sm" w="sm" type="none"/>
              <a:tailEnd len="sm" w="sm" type="none"/>
            </a:ln>
            <a:effectLst>
              <a:outerShdw blurRad="57150" rotWithShape="0" dir="5400000" dist="28575">
                <a:srgbClr val="000000">
                  <a:alpha val="34900"/>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2700"/>
                <a:buFont typeface="Calibri"/>
                <a:buNone/>
              </a:pPr>
              <a:r>
                <a:t/>
              </a:r>
              <a:endParaRPr b="0" i="0" sz="2700" u="none" cap="none" strike="noStrike">
                <a:solidFill>
                  <a:srgbClr val="FFFFFF"/>
                </a:solidFill>
                <a:latin typeface="Calibri"/>
                <a:ea typeface="Calibri"/>
                <a:cs typeface="Calibri"/>
                <a:sym typeface="Calibri"/>
              </a:endParaRPr>
            </a:p>
          </p:txBody>
        </p:sp>
        <p:sp>
          <p:nvSpPr>
            <p:cNvPr id="144" name="Google Shape;144;p22"/>
            <p:cNvSpPr txBox="1"/>
            <p:nvPr/>
          </p:nvSpPr>
          <p:spPr>
            <a:xfrm>
              <a:off x="6628171" y="52441"/>
              <a:ext cx="2855100" cy="1039500"/>
            </a:xfrm>
            <a:prstGeom prst="rect">
              <a:avLst/>
            </a:prstGeom>
            <a:solidFill>
              <a:srgbClr val="FFFFFF"/>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4200"/>
                <a:buFont typeface="Arial"/>
                <a:buNone/>
              </a:pPr>
              <a:r>
                <a:rPr b="0" i="0" lang="en-US" sz="4200" u="none" cap="none" strike="noStrike">
                  <a:solidFill>
                    <a:srgbClr val="000000"/>
                  </a:solidFill>
                  <a:latin typeface="Arial"/>
                  <a:ea typeface="Arial"/>
                  <a:cs typeface="Arial"/>
                  <a:sym typeface="Arial"/>
                </a:rPr>
                <a:t>Airplane</a:t>
              </a:r>
              <a:endParaRPr sz="1100"/>
            </a:p>
          </p:txBody>
        </p:sp>
        <p:sp>
          <p:nvSpPr>
            <p:cNvPr id="145" name="Google Shape;145;p22"/>
            <p:cNvSpPr/>
            <p:nvPr/>
          </p:nvSpPr>
          <p:spPr>
            <a:xfrm>
              <a:off x="2924426" y="2458516"/>
              <a:ext cx="6253800" cy="1611900"/>
            </a:xfrm>
            <a:prstGeom prst="rect">
              <a:avLst/>
            </a:prstGeom>
            <a:noFill/>
            <a:ln cap="flat" cmpd="sng" w="114300">
              <a:solidFill>
                <a:srgbClr val="FFFF00"/>
              </a:solidFill>
              <a:prstDash val="solid"/>
              <a:round/>
              <a:headEnd len="sm" w="sm" type="none"/>
              <a:tailEnd len="sm" w="sm" type="none"/>
            </a:ln>
            <a:effectLst>
              <a:outerShdw blurRad="57150" rotWithShape="0" dir="5400000" dist="28575">
                <a:srgbClr val="000000">
                  <a:alpha val="34900"/>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2700"/>
                <a:buFont typeface="Calibri"/>
                <a:buNone/>
              </a:pPr>
              <a:r>
                <a:t/>
              </a:r>
              <a:endParaRPr b="0" i="0" sz="2700" u="none" cap="none" strike="noStrike">
                <a:solidFill>
                  <a:srgbClr val="FFFFFF"/>
                </a:solidFill>
                <a:latin typeface="Calibri"/>
                <a:ea typeface="Calibri"/>
                <a:cs typeface="Calibri"/>
                <a:sym typeface="Calibri"/>
              </a:endParaRPr>
            </a:p>
          </p:txBody>
        </p:sp>
        <p:sp>
          <p:nvSpPr>
            <p:cNvPr id="146" name="Google Shape;146;p22"/>
            <p:cNvSpPr txBox="1"/>
            <p:nvPr/>
          </p:nvSpPr>
          <p:spPr>
            <a:xfrm>
              <a:off x="2950648" y="2510958"/>
              <a:ext cx="1511100" cy="829800"/>
            </a:xfrm>
            <a:prstGeom prst="rect">
              <a:avLst/>
            </a:prstGeom>
            <a:solidFill>
              <a:srgbClr val="FFFFFF"/>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4200"/>
                <a:buFont typeface="Arial"/>
                <a:buNone/>
              </a:pPr>
              <a:r>
                <a:rPr b="0" i="0" lang="en-US" sz="4200" u="none" cap="none" strike="noStrike">
                  <a:solidFill>
                    <a:srgbClr val="000000"/>
                  </a:solidFill>
                  <a:latin typeface="Arial"/>
                  <a:ea typeface="Arial"/>
                  <a:cs typeface="Arial"/>
                  <a:sym typeface="Arial"/>
                </a:rPr>
                <a:t>Bed</a:t>
              </a:r>
              <a:endParaRPr sz="1100"/>
            </a:p>
          </p:txBody>
        </p:sp>
        <p:sp>
          <p:nvSpPr>
            <p:cNvPr id="147" name="Google Shape;147;p22"/>
            <p:cNvSpPr/>
            <p:nvPr/>
          </p:nvSpPr>
          <p:spPr>
            <a:xfrm>
              <a:off x="6182379" y="2858097"/>
              <a:ext cx="2360100" cy="3933300"/>
            </a:xfrm>
            <a:prstGeom prst="rect">
              <a:avLst/>
            </a:prstGeom>
            <a:noFill/>
            <a:ln cap="flat" cmpd="sng" w="114300">
              <a:solidFill>
                <a:srgbClr val="C3D69B"/>
              </a:solidFill>
              <a:prstDash val="solid"/>
              <a:round/>
              <a:headEnd len="sm" w="sm" type="none"/>
              <a:tailEnd len="sm" w="sm" type="none"/>
            </a:ln>
            <a:effectLst>
              <a:outerShdw blurRad="57150" rotWithShape="0" dir="5400000" dist="28575">
                <a:srgbClr val="000000">
                  <a:alpha val="34900"/>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FFFFFF"/>
                </a:buClr>
                <a:buSzPts val="2700"/>
                <a:buFont typeface="Calibri"/>
                <a:buNone/>
              </a:pPr>
              <a:r>
                <a:t/>
              </a:r>
              <a:endParaRPr b="0" i="0" sz="2700" u="none" cap="none" strike="noStrike">
                <a:solidFill>
                  <a:srgbClr val="FFFFFF"/>
                </a:solidFill>
                <a:latin typeface="Calibri"/>
                <a:ea typeface="Calibri"/>
                <a:cs typeface="Calibri"/>
                <a:sym typeface="Calibri"/>
              </a:endParaRPr>
            </a:p>
          </p:txBody>
        </p:sp>
        <p:sp>
          <p:nvSpPr>
            <p:cNvPr id="148" name="Google Shape;148;p22"/>
            <p:cNvSpPr txBox="1"/>
            <p:nvPr/>
          </p:nvSpPr>
          <p:spPr>
            <a:xfrm>
              <a:off x="6202316" y="5864930"/>
              <a:ext cx="2085600" cy="884700"/>
            </a:xfrm>
            <a:prstGeom prst="rect">
              <a:avLst/>
            </a:prstGeom>
            <a:solidFill>
              <a:srgbClr val="FFFFFF"/>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4200"/>
                <a:buFont typeface="Arial"/>
                <a:buNone/>
              </a:pPr>
              <a:r>
                <a:rPr b="0" i="0" lang="en-US" sz="4200" u="none" cap="none" strike="noStrike">
                  <a:solidFill>
                    <a:srgbClr val="000000"/>
                  </a:solidFill>
                  <a:latin typeface="Arial"/>
                  <a:ea typeface="Arial"/>
                  <a:cs typeface="Arial"/>
                  <a:sym typeface="Arial"/>
                </a:rPr>
                <a:t>Horse</a:t>
              </a:r>
              <a:endParaRPr sz="11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Picture 5" id="153" name="Google Shape;153;p23"/>
          <p:cNvPicPr preferRelativeResize="0"/>
          <p:nvPr/>
        </p:nvPicPr>
        <p:blipFill rotWithShape="1">
          <a:blip r:embed="rId3">
            <a:alphaModFix/>
          </a:blip>
          <a:srcRect b="0" l="0" r="0" t="0"/>
          <a:stretch/>
        </p:blipFill>
        <p:spPr>
          <a:xfrm>
            <a:off x="710674" y="5526025"/>
            <a:ext cx="4167475" cy="4167475"/>
          </a:xfrm>
          <a:prstGeom prst="rect">
            <a:avLst/>
          </a:prstGeom>
          <a:noFill/>
          <a:ln>
            <a:noFill/>
          </a:ln>
        </p:spPr>
      </p:pic>
      <p:grpSp>
        <p:nvGrpSpPr>
          <p:cNvPr id="154" name="Google Shape;154;p23"/>
          <p:cNvGrpSpPr/>
          <p:nvPr/>
        </p:nvGrpSpPr>
        <p:grpSpPr>
          <a:xfrm>
            <a:off x="786652" y="6278656"/>
            <a:ext cx="4015169" cy="2780398"/>
            <a:chOff x="0" y="0"/>
            <a:chExt cx="9807448" cy="6791397"/>
          </a:xfrm>
        </p:grpSpPr>
        <p:sp>
          <p:nvSpPr>
            <p:cNvPr id="155" name="Google Shape;155;p23"/>
            <p:cNvSpPr/>
            <p:nvPr/>
          </p:nvSpPr>
          <p:spPr>
            <a:xfrm>
              <a:off x="0" y="1317317"/>
              <a:ext cx="2360100" cy="3933300"/>
            </a:xfrm>
            <a:prstGeom prst="rect">
              <a:avLst/>
            </a:prstGeom>
            <a:noFill/>
            <a:ln cap="flat" cmpd="sng" w="46800">
              <a:solidFill>
                <a:srgbClr val="FF0000"/>
              </a:solidFill>
              <a:prstDash val="solid"/>
              <a:round/>
              <a:headEnd len="sm" w="sm" type="none"/>
              <a:tailEnd len="sm" w="sm" type="none"/>
            </a:ln>
            <a:effectLst>
              <a:outerShdw blurRad="31199" rotWithShape="0" dir="5400000" dist="15599">
                <a:srgbClr val="000000">
                  <a:alpha val="34900"/>
                </a:srgbClr>
              </a:outerShdw>
            </a:effectLst>
          </p:spPr>
          <p:txBody>
            <a:bodyPr anchorCtr="0" anchor="ctr" bIns="37425" lIns="37425" spcFirstLastPara="1" rIns="37425" wrap="square" tIns="37425">
              <a:noAutofit/>
            </a:bodyPr>
            <a:lstStyle/>
            <a:p>
              <a:pPr indent="0" lvl="0" marL="0" marR="0" rtl="0" algn="ctr">
                <a:lnSpc>
                  <a:spcPct val="100000"/>
                </a:lnSpc>
                <a:spcBef>
                  <a:spcPts val="0"/>
                </a:spcBef>
                <a:spcAft>
                  <a:spcPts val="0"/>
                </a:spcAft>
                <a:buClr>
                  <a:srgbClr val="FFFFFF"/>
                </a:buClr>
                <a:buSzPts val="1474"/>
                <a:buFont typeface="Calibri"/>
                <a:buNone/>
              </a:pPr>
              <a:r>
                <a:t/>
              </a:r>
              <a:endParaRPr b="0" i="0" sz="1474" u="none" cap="none" strike="noStrike">
                <a:solidFill>
                  <a:srgbClr val="FFFFFF"/>
                </a:solidFill>
                <a:latin typeface="Calibri"/>
                <a:ea typeface="Calibri"/>
                <a:cs typeface="Calibri"/>
                <a:sym typeface="Calibri"/>
              </a:endParaRPr>
            </a:p>
          </p:txBody>
        </p:sp>
        <p:sp>
          <p:nvSpPr>
            <p:cNvPr id="156" name="Google Shape;156;p23"/>
            <p:cNvSpPr txBox="1"/>
            <p:nvPr/>
          </p:nvSpPr>
          <p:spPr>
            <a:xfrm>
              <a:off x="26222" y="1369759"/>
              <a:ext cx="2316900" cy="1014300"/>
            </a:xfrm>
            <a:prstGeom prst="rect">
              <a:avLst/>
            </a:prstGeom>
            <a:solidFill>
              <a:srgbClr val="FFFFFF"/>
            </a:solidFill>
            <a:ln>
              <a:noFill/>
            </a:ln>
          </p:spPr>
          <p:txBody>
            <a:bodyPr anchorCtr="0" anchor="t" bIns="37425" lIns="37425" spcFirstLastPara="1" rIns="37425" wrap="square" tIns="37425">
              <a:noAutofit/>
            </a:bodyPr>
            <a:lstStyle/>
            <a:p>
              <a:pPr indent="0" lvl="0" marL="0" marR="0" rtl="0" algn="l">
                <a:lnSpc>
                  <a:spcPct val="100000"/>
                </a:lnSpc>
                <a:spcBef>
                  <a:spcPts val="0"/>
                </a:spcBef>
                <a:spcAft>
                  <a:spcPts val="0"/>
                </a:spcAft>
                <a:buClr>
                  <a:srgbClr val="000000"/>
                </a:buClr>
                <a:buSzPts val="2293"/>
                <a:buFont typeface="Arial"/>
                <a:buNone/>
              </a:pPr>
              <a:r>
                <a:rPr b="0" i="0" lang="en-US" sz="2293" u="none" cap="none" strike="noStrike">
                  <a:solidFill>
                    <a:srgbClr val="000000"/>
                  </a:solidFill>
                  <a:latin typeface="Arial"/>
                  <a:ea typeface="Arial"/>
                  <a:cs typeface="Arial"/>
                  <a:sym typeface="Arial"/>
                </a:rPr>
                <a:t>Sheep</a:t>
              </a:r>
              <a:endParaRPr sz="601"/>
            </a:p>
          </p:txBody>
        </p:sp>
        <p:sp>
          <p:nvSpPr>
            <p:cNvPr id="157" name="Google Shape;157;p23"/>
            <p:cNvSpPr/>
            <p:nvPr/>
          </p:nvSpPr>
          <p:spPr>
            <a:xfrm>
              <a:off x="6601948" y="0"/>
              <a:ext cx="3205500" cy="2261400"/>
            </a:xfrm>
            <a:prstGeom prst="rect">
              <a:avLst/>
            </a:prstGeom>
            <a:noFill/>
            <a:ln cap="flat" cmpd="sng" w="46800">
              <a:solidFill>
                <a:srgbClr val="008000"/>
              </a:solidFill>
              <a:prstDash val="solid"/>
              <a:round/>
              <a:headEnd len="sm" w="sm" type="none"/>
              <a:tailEnd len="sm" w="sm" type="none"/>
            </a:ln>
            <a:effectLst>
              <a:outerShdw blurRad="31199" rotWithShape="0" dir="5400000" dist="15599">
                <a:srgbClr val="000000">
                  <a:alpha val="34900"/>
                </a:srgbClr>
              </a:outerShdw>
            </a:effectLst>
          </p:spPr>
          <p:txBody>
            <a:bodyPr anchorCtr="0" anchor="ctr" bIns="37425" lIns="37425" spcFirstLastPara="1" rIns="37425" wrap="square" tIns="37425">
              <a:noAutofit/>
            </a:bodyPr>
            <a:lstStyle/>
            <a:p>
              <a:pPr indent="0" lvl="0" marL="0" marR="0" rtl="0" algn="ctr">
                <a:lnSpc>
                  <a:spcPct val="100000"/>
                </a:lnSpc>
                <a:spcBef>
                  <a:spcPts val="0"/>
                </a:spcBef>
                <a:spcAft>
                  <a:spcPts val="0"/>
                </a:spcAft>
                <a:buClr>
                  <a:srgbClr val="FFFFFF"/>
                </a:buClr>
                <a:buSzPts val="1474"/>
                <a:buFont typeface="Calibri"/>
                <a:buNone/>
              </a:pPr>
              <a:r>
                <a:t/>
              </a:r>
              <a:endParaRPr b="0" i="0" sz="1474" u="none" cap="none" strike="noStrike">
                <a:solidFill>
                  <a:srgbClr val="FFFFFF"/>
                </a:solidFill>
                <a:latin typeface="Calibri"/>
                <a:ea typeface="Calibri"/>
                <a:cs typeface="Calibri"/>
                <a:sym typeface="Calibri"/>
              </a:endParaRPr>
            </a:p>
          </p:txBody>
        </p:sp>
        <p:sp>
          <p:nvSpPr>
            <p:cNvPr id="158" name="Google Shape;158;p23"/>
            <p:cNvSpPr txBox="1"/>
            <p:nvPr/>
          </p:nvSpPr>
          <p:spPr>
            <a:xfrm>
              <a:off x="6628171" y="52441"/>
              <a:ext cx="2855100" cy="1039500"/>
            </a:xfrm>
            <a:prstGeom prst="rect">
              <a:avLst/>
            </a:prstGeom>
            <a:solidFill>
              <a:srgbClr val="FFFFFF"/>
            </a:solidFill>
            <a:ln>
              <a:noFill/>
            </a:ln>
          </p:spPr>
          <p:txBody>
            <a:bodyPr anchorCtr="0" anchor="t" bIns="37425" lIns="37425" spcFirstLastPara="1" rIns="37425" wrap="square" tIns="37425">
              <a:noAutofit/>
            </a:bodyPr>
            <a:lstStyle/>
            <a:p>
              <a:pPr indent="0" lvl="0" marL="0" marR="0" rtl="0" algn="l">
                <a:lnSpc>
                  <a:spcPct val="100000"/>
                </a:lnSpc>
                <a:spcBef>
                  <a:spcPts val="0"/>
                </a:spcBef>
                <a:spcAft>
                  <a:spcPts val="0"/>
                </a:spcAft>
                <a:buClr>
                  <a:srgbClr val="000000"/>
                </a:buClr>
                <a:buSzPts val="2293"/>
                <a:buFont typeface="Arial"/>
                <a:buNone/>
              </a:pPr>
              <a:r>
                <a:rPr b="0" i="0" lang="en-US" sz="2293" u="none" cap="none" strike="noStrike">
                  <a:solidFill>
                    <a:srgbClr val="000000"/>
                  </a:solidFill>
                  <a:latin typeface="Arial"/>
                  <a:ea typeface="Arial"/>
                  <a:cs typeface="Arial"/>
                  <a:sym typeface="Arial"/>
                </a:rPr>
                <a:t>Airplane</a:t>
              </a:r>
              <a:endParaRPr sz="601"/>
            </a:p>
          </p:txBody>
        </p:sp>
        <p:sp>
          <p:nvSpPr>
            <p:cNvPr id="159" name="Google Shape;159;p23"/>
            <p:cNvSpPr/>
            <p:nvPr/>
          </p:nvSpPr>
          <p:spPr>
            <a:xfrm>
              <a:off x="2924426" y="2458516"/>
              <a:ext cx="6253800" cy="1611900"/>
            </a:xfrm>
            <a:prstGeom prst="rect">
              <a:avLst/>
            </a:prstGeom>
            <a:noFill/>
            <a:ln cap="flat" cmpd="sng" w="62400">
              <a:solidFill>
                <a:srgbClr val="FFFF00"/>
              </a:solidFill>
              <a:prstDash val="solid"/>
              <a:round/>
              <a:headEnd len="sm" w="sm" type="none"/>
              <a:tailEnd len="sm" w="sm" type="none"/>
            </a:ln>
            <a:effectLst>
              <a:outerShdw blurRad="31199" rotWithShape="0" dir="5400000" dist="15599">
                <a:srgbClr val="000000">
                  <a:alpha val="34900"/>
                </a:srgbClr>
              </a:outerShdw>
            </a:effectLst>
          </p:spPr>
          <p:txBody>
            <a:bodyPr anchorCtr="0" anchor="ctr" bIns="37425" lIns="37425" spcFirstLastPara="1" rIns="37425" wrap="square" tIns="37425">
              <a:noAutofit/>
            </a:bodyPr>
            <a:lstStyle/>
            <a:p>
              <a:pPr indent="0" lvl="0" marL="0" marR="0" rtl="0" algn="ctr">
                <a:lnSpc>
                  <a:spcPct val="100000"/>
                </a:lnSpc>
                <a:spcBef>
                  <a:spcPts val="0"/>
                </a:spcBef>
                <a:spcAft>
                  <a:spcPts val="0"/>
                </a:spcAft>
                <a:buClr>
                  <a:srgbClr val="FFFFFF"/>
                </a:buClr>
                <a:buSzPts val="1474"/>
                <a:buFont typeface="Calibri"/>
                <a:buNone/>
              </a:pPr>
              <a:r>
                <a:t/>
              </a:r>
              <a:endParaRPr b="0" i="0" sz="1474" u="none" cap="none" strike="noStrike">
                <a:solidFill>
                  <a:srgbClr val="FFFFFF"/>
                </a:solidFill>
                <a:latin typeface="Calibri"/>
                <a:ea typeface="Calibri"/>
                <a:cs typeface="Calibri"/>
                <a:sym typeface="Calibri"/>
              </a:endParaRPr>
            </a:p>
          </p:txBody>
        </p:sp>
        <p:sp>
          <p:nvSpPr>
            <p:cNvPr id="160" name="Google Shape;160;p23"/>
            <p:cNvSpPr txBox="1"/>
            <p:nvPr/>
          </p:nvSpPr>
          <p:spPr>
            <a:xfrm>
              <a:off x="2950648" y="2510958"/>
              <a:ext cx="1511100" cy="829800"/>
            </a:xfrm>
            <a:prstGeom prst="rect">
              <a:avLst/>
            </a:prstGeom>
            <a:solidFill>
              <a:srgbClr val="FFFFFF"/>
            </a:solidFill>
            <a:ln>
              <a:noFill/>
            </a:ln>
          </p:spPr>
          <p:txBody>
            <a:bodyPr anchorCtr="0" anchor="t" bIns="37425" lIns="37425" spcFirstLastPara="1" rIns="37425" wrap="square" tIns="37425">
              <a:noAutofit/>
            </a:bodyPr>
            <a:lstStyle/>
            <a:p>
              <a:pPr indent="0" lvl="0" marL="0" marR="0" rtl="0" algn="l">
                <a:lnSpc>
                  <a:spcPct val="100000"/>
                </a:lnSpc>
                <a:spcBef>
                  <a:spcPts val="0"/>
                </a:spcBef>
                <a:spcAft>
                  <a:spcPts val="0"/>
                </a:spcAft>
                <a:buClr>
                  <a:srgbClr val="000000"/>
                </a:buClr>
                <a:buSzPts val="2293"/>
                <a:buFont typeface="Arial"/>
                <a:buNone/>
              </a:pPr>
              <a:r>
                <a:rPr b="0" i="0" lang="en-US" sz="2293" u="none" cap="none" strike="noStrike">
                  <a:solidFill>
                    <a:srgbClr val="000000"/>
                  </a:solidFill>
                  <a:latin typeface="Arial"/>
                  <a:ea typeface="Arial"/>
                  <a:cs typeface="Arial"/>
                  <a:sym typeface="Arial"/>
                </a:rPr>
                <a:t>Bed</a:t>
              </a:r>
              <a:endParaRPr sz="601"/>
            </a:p>
          </p:txBody>
        </p:sp>
        <p:sp>
          <p:nvSpPr>
            <p:cNvPr id="161" name="Google Shape;161;p23"/>
            <p:cNvSpPr/>
            <p:nvPr/>
          </p:nvSpPr>
          <p:spPr>
            <a:xfrm>
              <a:off x="6182379" y="2858097"/>
              <a:ext cx="2360100" cy="3933300"/>
            </a:xfrm>
            <a:prstGeom prst="rect">
              <a:avLst/>
            </a:prstGeom>
            <a:noFill/>
            <a:ln cap="flat" cmpd="sng" w="62400">
              <a:solidFill>
                <a:srgbClr val="C3D69B"/>
              </a:solidFill>
              <a:prstDash val="solid"/>
              <a:round/>
              <a:headEnd len="sm" w="sm" type="none"/>
              <a:tailEnd len="sm" w="sm" type="none"/>
            </a:ln>
            <a:effectLst>
              <a:outerShdw blurRad="31199" rotWithShape="0" dir="5400000" dist="15599">
                <a:srgbClr val="000000">
                  <a:alpha val="34900"/>
                </a:srgbClr>
              </a:outerShdw>
            </a:effectLst>
          </p:spPr>
          <p:txBody>
            <a:bodyPr anchorCtr="0" anchor="ctr" bIns="37425" lIns="37425" spcFirstLastPara="1" rIns="37425" wrap="square" tIns="37425">
              <a:noAutofit/>
            </a:bodyPr>
            <a:lstStyle/>
            <a:p>
              <a:pPr indent="0" lvl="0" marL="0" marR="0" rtl="0" algn="ctr">
                <a:lnSpc>
                  <a:spcPct val="100000"/>
                </a:lnSpc>
                <a:spcBef>
                  <a:spcPts val="0"/>
                </a:spcBef>
                <a:spcAft>
                  <a:spcPts val="0"/>
                </a:spcAft>
                <a:buClr>
                  <a:srgbClr val="FFFFFF"/>
                </a:buClr>
                <a:buSzPts val="1474"/>
                <a:buFont typeface="Calibri"/>
                <a:buNone/>
              </a:pPr>
              <a:r>
                <a:t/>
              </a:r>
              <a:endParaRPr b="0" i="0" sz="1474" u="none" cap="none" strike="noStrike">
                <a:solidFill>
                  <a:srgbClr val="FFFFFF"/>
                </a:solidFill>
                <a:latin typeface="Calibri"/>
                <a:ea typeface="Calibri"/>
                <a:cs typeface="Calibri"/>
                <a:sym typeface="Calibri"/>
              </a:endParaRPr>
            </a:p>
          </p:txBody>
        </p:sp>
        <p:sp>
          <p:nvSpPr>
            <p:cNvPr id="162" name="Google Shape;162;p23"/>
            <p:cNvSpPr txBox="1"/>
            <p:nvPr/>
          </p:nvSpPr>
          <p:spPr>
            <a:xfrm>
              <a:off x="6202316" y="5864930"/>
              <a:ext cx="2085600" cy="884700"/>
            </a:xfrm>
            <a:prstGeom prst="rect">
              <a:avLst/>
            </a:prstGeom>
            <a:solidFill>
              <a:srgbClr val="FFFFFF"/>
            </a:solidFill>
            <a:ln>
              <a:noFill/>
            </a:ln>
          </p:spPr>
          <p:txBody>
            <a:bodyPr anchorCtr="0" anchor="t" bIns="37425" lIns="37425" spcFirstLastPara="1" rIns="37425" wrap="square" tIns="37425">
              <a:noAutofit/>
            </a:bodyPr>
            <a:lstStyle/>
            <a:p>
              <a:pPr indent="0" lvl="0" marL="0" marR="0" rtl="0" algn="l">
                <a:lnSpc>
                  <a:spcPct val="100000"/>
                </a:lnSpc>
                <a:spcBef>
                  <a:spcPts val="0"/>
                </a:spcBef>
                <a:spcAft>
                  <a:spcPts val="0"/>
                </a:spcAft>
                <a:buClr>
                  <a:srgbClr val="000000"/>
                </a:buClr>
                <a:buSzPts val="2293"/>
                <a:buFont typeface="Arial"/>
                <a:buNone/>
              </a:pPr>
              <a:r>
                <a:rPr b="0" i="0" lang="en-US" sz="2293" u="none" cap="none" strike="noStrike">
                  <a:solidFill>
                    <a:srgbClr val="000000"/>
                  </a:solidFill>
                  <a:latin typeface="Arial"/>
                  <a:ea typeface="Arial"/>
                  <a:cs typeface="Arial"/>
                  <a:sym typeface="Arial"/>
                </a:rPr>
                <a:t>Horse</a:t>
              </a:r>
              <a:endParaRPr sz="601"/>
            </a:p>
          </p:txBody>
        </p:sp>
      </p:grpSp>
      <p:cxnSp>
        <p:nvCxnSpPr>
          <p:cNvPr id="163" name="Google Shape;163;p23"/>
          <p:cNvCxnSpPr/>
          <p:nvPr/>
        </p:nvCxnSpPr>
        <p:spPr>
          <a:xfrm>
            <a:off x="775075" y="4038700"/>
            <a:ext cx="15723600" cy="0"/>
          </a:xfrm>
          <a:prstGeom prst="straightConnector1">
            <a:avLst/>
          </a:prstGeom>
          <a:noFill/>
          <a:ln cap="flat" cmpd="sng" w="9525">
            <a:solidFill>
              <a:schemeClr val="dk2"/>
            </a:solidFill>
            <a:prstDash val="solid"/>
            <a:round/>
            <a:headEnd len="med" w="med" type="none"/>
            <a:tailEnd len="med" w="med" type="none"/>
          </a:ln>
        </p:spPr>
      </p:cxnSp>
      <p:pic>
        <p:nvPicPr>
          <p:cNvPr descr="Image" id="164" name="Google Shape;164;p23"/>
          <p:cNvPicPr preferRelativeResize="0"/>
          <p:nvPr/>
        </p:nvPicPr>
        <p:blipFill rotWithShape="1">
          <a:blip r:embed="rId4">
            <a:alphaModFix/>
          </a:blip>
          <a:srcRect b="0" l="0" r="0" t="0"/>
          <a:stretch/>
        </p:blipFill>
        <p:spPr>
          <a:xfrm>
            <a:off x="14500672" y="4786051"/>
            <a:ext cx="3346476" cy="3346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168" name="Shape 168"/>
        <p:cNvGrpSpPr/>
        <p:nvPr/>
      </p:nvGrpSpPr>
      <p:grpSpPr>
        <a:xfrm>
          <a:off x="0" y="0"/>
          <a:ext cx="0" cy="0"/>
          <a:chOff x="0" y="0"/>
          <a:chExt cx="0" cy="0"/>
        </a:xfrm>
      </p:grpSpPr>
      <p:sp>
        <p:nvSpPr>
          <p:cNvPr id="169" name="Google Shape;169;p24"/>
          <p:cNvSpPr txBox="1"/>
          <p:nvPr/>
        </p:nvSpPr>
        <p:spPr>
          <a:xfrm>
            <a:off x="1028700" y="885330"/>
            <a:ext cx="16230600" cy="20688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lang="en-US" sz="5600">
                <a:solidFill>
                  <a:srgbClr val="C03221"/>
                </a:solidFill>
                <a:latin typeface="DM Serif Display"/>
                <a:ea typeface="DM Serif Display"/>
                <a:cs typeface="DM Serif Display"/>
                <a:sym typeface="DM Serif Display"/>
              </a:rPr>
              <a:t>What assumptions about the world impact vision? (checker-shadow illusion) </a:t>
            </a:r>
            <a:endParaRPr sz="5600">
              <a:solidFill>
                <a:srgbClr val="C03221"/>
              </a:solidFill>
              <a:latin typeface="DM Serif Display"/>
              <a:ea typeface="DM Serif Display"/>
              <a:cs typeface="DM Serif Display"/>
              <a:sym typeface="DM Serif Display"/>
            </a:endParaRPr>
          </a:p>
          <a:p>
            <a:pPr indent="0" lvl="0" marL="457200" marR="0" rtl="0" algn="l">
              <a:lnSpc>
                <a:spcPct val="80000"/>
              </a:lnSpc>
              <a:spcBef>
                <a:spcPts val="0"/>
              </a:spcBef>
              <a:spcAft>
                <a:spcPts val="0"/>
              </a:spcAft>
              <a:buNone/>
            </a:pPr>
            <a:r>
              <a:t/>
            </a:r>
            <a:endParaRPr sz="5600">
              <a:solidFill>
                <a:srgbClr val="C03221"/>
              </a:solidFill>
              <a:latin typeface="DM Serif Display"/>
              <a:ea typeface="DM Serif Display"/>
              <a:cs typeface="DM Serif Display"/>
              <a:sym typeface="DM Serif Display"/>
            </a:endParaRPr>
          </a:p>
        </p:txBody>
      </p:sp>
      <p:pic>
        <p:nvPicPr>
          <p:cNvPr descr="Picture 5" id="170" name="Google Shape;170;p24"/>
          <p:cNvPicPr preferRelativeResize="0"/>
          <p:nvPr/>
        </p:nvPicPr>
        <p:blipFill rotWithShape="1">
          <a:blip r:embed="rId3">
            <a:alphaModFix/>
          </a:blip>
          <a:srcRect b="0" l="0" r="0" t="0"/>
          <a:stretch/>
        </p:blipFill>
        <p:spPr>
          <a:xfrm>
            <a:off x="4257725" y="2390975"/>
            <a:ext cx="9941976" cy="7728549"/>
          </a:xfrm>
          <a:prstGeom prst="rect">
            <a:avLst/>
          </a:prstGeom>
          <a:noFill/>
          <a:ln>
            <a:noFill/>
          </a:ln>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174" name="Shape 174"/>
        <p:cNvGrpSpPr/>
        <p:nvPr/>
      </p:nvGrpSpPr>
      <p:grpSpPr>
        <a:xfrm>
          <a:off x="0" y="0"/>
          <a:ext cx="0" cy="0"/>
          <a:chOff x="0" y="0"/>
          <a:chExt cx="0" cy="0"/>
        </a:xfrm>
      </p:grpSpPr>
      <p:sp>
        <p:nvSpPr>
          <p:cNvPr id="175" name="Google Shape;175;p25"/>
          <p:cNvSpPr txBox="1"/>
          <p:nvPr/>
        </p:nvSpPr>
        <p:spPr>
          <a:xfrm>
            <a:off x="1571575" y="412055"/>
            <a:ext cx="16230600" cy="27582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None/>
            </a:pPr>
            <a:r>
              <a:rPr lang="en-US" sz="5600">
                <a:solidFill>
                  <a:srgbClr val="C03221"/>
                </a:solidFill>
                <a:latin typeface="DM Serif Display"/>
                <a:ea typeface="DM Serif Display"/>
                <a:cs typeface="DM Serif Display"/>
                <a:sym typeface="DM Serif Display"/>
              </a:rPr>
              <a:t>How do we perceive depth? (Emmert’s Law)</a:t>
            </a:r>
            <a:endParaRPr sz="5600">
              <a:solidFill>
                <a:srgbClr val="C03221"/>
              </a:solidFill>
              <a:latin typeface="DM Serif Display"/>
              <a:ea typeface="DM Serif Display"/>
              <a:cs typeface="DM Serif Display"/>
              <a:sym typeface="DM Serif Display"/>
            </a:endParaRPr>
          </a:p>
          <a:p>
            <a:pPr indent="0" lvl="0" marL="0" marR="0" rtl="0" algn="ctr">
              <a:lnSpc>
                <a:spcPct val="80000"/>
              </a:lnSpc>
              <a:spcBef>
                <a:spcPts val="0"/>
              </a:spcBef>
              <a:spcAft>
                <a:spcPts val="0"/>
              </a:spcAft>
              <a:buNone/>
            </a:pPr>
            <a:r>
              <a:t/>
            </a:r>
            <a:endParaRPr sz="5600">
              <a:solidFill>
                <a:srgbClr val="C03221"/>
              </a:solidFill>
              <a:latin typeface="DM Serif Display"/>
              <a:ea typeface="DM Serif Display"/>
              <a:cs typeface="DM Serif Display"/>
              <a:sym typeface="DM Serif Display"/>
            </a:endParaRPr>
          </a:p>
          <a:p>
            <a:pPr indent="-584200" lvl="0" marL="457200" marR="0" rtl="0" algn="ctr">
              <a:lnSpc>
                <a:spcPct val="80000"/>
              </a:lnSpc>
              <a:spcBef>
                <a:spcPts val="0"/>
              </a:spcBef>
              <a:spcAft>
                <a:spcPts val="0"/>
              </a:spcAft>
              <a:buClr>
                <a:srgbClr val="C03221"/>
              </a:buClr>
              <a:buSzPts val="5600"/>
              <a:buFont typeface="DM Serif Display"/>
              <a:buChar char="-"/>
            </a:pPr>
            <a:r>
              <a:rPr lang="en-US" sz="5600">
                <a:solidFill>
                  <a:srgbClr val="C03221"/>
                </a:solidFill>
                <a:latin typeface="DM Serif Display"/>
                <a:ea typeface="DM Serif Display"/>
                <a:cs typeface="DM Serif Display"/>
                <a:sym typeface="DM Serif Display"/>
              </a:rPr>
              <a:t>some </a:t>
            </a:r>
            <a:r>
              <a:rPr lang="en-US" sz="5600">
                <a:solidFill>
                  <a:srgbClr val="C03221"/>
                </a:solidFill>
                <a:latin typeface="DM Serif Display"/>
                <a:ea typeface="DM Serif Display"/>
                <a:cs typeface="DM Serif Display"/>
                <a:sym typeface="DM Serif Display"/>
              </a:rPr>
              <a:t>discrepancies</a:t>
            </a:r>
            <a:r>
              <a:rPr lang="en-US" sz="5600">
                <a:solidFill>
                  <a:srgbClr val="C03221"/>
                </a:solidFill>
                <a:latin typeface="DM Serif Display"/>
                <a:ea typeface="DM Serif Display"/>
                <a:cs typeface="DM Serif Display"/>
                <a:sym typeface="DM Serif Display"/>
              </a:rPr>
              <a:t> between humans + computers</a:t>
            </a:r>
            <a:endParaRPr sz="5600">
              <a:solidFill>
                <a:srgbClr val="C03221"/>
              </a:solidFill>
              <a:latin typeface="DM Serif Display"/>
              <a:ea typeface="DM Serif Display"/>
              <a:cs typeface="DM Serif Display"/>
              <a:sym typeface="DM Serif Display"/>
            </a:endParaRPr>
          </a:p>
        </p:txBody>
      </p:sp>
      <p:pic>
        <p:nvPicPr>
          <p:cNvPr id="176" name="Google Shape;176;p25"/>
          <p:cNvPicPr preferRelativeResize="0"/>
          <p:nvPr/>
        </p:nvPicPr>
        <p:blipFill>
          <a:blip r:embed="rId3">
            <a:alphaModFix/>
          </a:blip>
          <a:stretch>
            <a:fillRect/>
          </a:stretch>
        </p:blipFill>
        <p:spPr>
          <a:xfrm>
            <a:off x="3399338" y="3367293"/>
            <a:ext cx="11489325" cy="6227225"/>
          </a:xfrm>
          <a:prstGeom prst="rect">
            <a:avLst/>
          </a:prstGeom>
          <a:noFill/>
          <a:ln>
            <a:no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180" name="Shape 180"/>
        <p:cNvGrpSpPr/>
        <p:nvPr/>
      </p:nvGrpSpPr>
      <p:grpSpPr>
        <a:xfrm>
          <a:off x="0" y="0"/>
          <a:ext cx="0" cy="0"/>
          <a:chOff x="0" y="0"/>
          <a:chExt cx="0" cy="0"/>
        </a:xfrm>
      </p:grpSpPr>
      <p:sp>
        <p:nvSpPr>
          <p:cNvPr id="181" name="Google Shape;181;p26"/>
          <p:cNvSpPr txBox="1"/>
          <p:nvPr/>
        </p:nvSpPr>
        <p:spPr>
          <a:xfrm>
            <a:off x="1571575" y="412055"/>
            <a:ext cx="16230600" cy="689700"/>
          </a:xfrm>
          <a:prstGeom prst="rect">
            <a:avLst/>
          </a:prstGeom>
          <a:noFill/>
          <a:ln>
            <a:noFill/>
          </a:ln>
        </p:spPr>
        <p:txBody>
          <a:bodyPr anchorCtr="0" anchor="t" bIns="0" lIns="0" spcFirstLastPara="1" rIns="0" wrap="square" tIns="0">
            <a:spAutoFit/>
          </a:bodyPr>
          <a:lstStyle/>
          <a:p>
            <a:pPr indent="-584200" lvl="0" marL="457200" marR="0" rtl="0" algn="ctr">
              <a:lnSpc>
                <a:spcPct val="80000"/>
              </a:lnSpc>
              <a:spcBef>
                <a:spcPts val="0"/>
              </a:spcBef>
              <a:spcAft>
                <a:spcPts val="0"/>
              </a:spcAft>
              <a:buClr>
                <a:srgbClr val="C03221"/>
              </a:buClr>
              <a:buSzPts val="5600"/>
              <a:buFont typeface="DM Serif Display"/>
              <a:buChar char="-"/>
            </a:pPr>
            <a:r>
              <a:t/>
            </a:r>
            <a:endParaRPr sz="5600">
              <a:solidFill>
                <a:srgbClr val="C03221"/>
              </a:solidFill>
              <a:latin typeface="DM Serif Display"/>
              <a:ea typeface="DM Serif Display"/>
              <a:cs typeface="DM Serif Display"/>
              <a:sym typeface="DM Serif Display"/>
            </a:endParaRPr>
          </a:p>
        </p:txBody>
      </p:sp>
      <p:sp>
        <p:nvSpPr>
          <p:cNvPr id="182" name="Google Shape;182;p26"/>
          <p:cNvSpPr txBox="1"/>
          <p:nvPr/>
        </p:nvSpPr>
        <p:spPr>
          <a:xfrm>
            <a:off x="1571575" y="412055"/>
            <a:ext cx="16230600" cy="689700"/>
          </a:xfrm>
          <a:prstGeom prst="rect">
            <a:avLst/>
          </a:prstGeom>
          <a:noFill/>
          <a:ln>
            <a:noFill/>
          </a:ln>
        </p:spPr>
        <p:txBody>
          <a:bodyPr anchorCtr="0" anchor="t" bIns="0" lIns="0" spcFirstLastPara="1" rIns="0" wrap="square" tIns="0">
            <a:spAutoFit/>
          </a:bodyPr>
          <a:lstStyle/>
          <a:p>
            <a:pPr indent="-584200" lvl="0" marL="457200" marR="0" rtl="0" algn="ctr">
              <a:lnSpc>
                <a:spcPct val="80000"/>
              </a:lnSpc>
              <a:spcBef>
                <a:spcPts val="0"/>
              </a:spcBef>
              <a:spcAft>
                <a:spcPts val="0"/>
              </a:spcAft>
              <a:buClr>
                <a:srgbClr val="C03221"/>
              </a:buClr>
              <a:buSzPts val="5600"/>
              <a:buFont typeface="DM Serif Display"/>
              <a:buChar char="-"/>
            </a:pPr>
            <a:r>
              <a:rPr lang="en-US" sz="5600">
                <a:solidFill>
                  <a:srgbClr val="C03221"/>
                </a:solidFill>
                <a:latin typeface="DM Serif Display"/>
                <a:ea typeface="DM Serif Display"/>
                <a:cs typeface="DM Serif Display"/>
                <a:sym typeface="DM Serif Display"/>
              </a:rPr>
              <a:t>Foreshadow that this is a project-based course</a:t>
            </a:r>
            <a:endParaRPr sz="5600">
              <a:solidFill>
                <a:srgbClr val="C03221"/>
              </a:solidFill>
              <a:latin typeface="DM Serif Display"/>
              <a:ea typeface="DM Serif Display"/>
              <a:cs typeface="DM Serif Display"/>
              <a:sym typeface="DM Serif Display"/>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3221"/>
        </a:solidFill>
      </p:bgPr>
    </p:bg>
    <p:spTree>
      <p:nvGrpSpPr>
        <p:cNvPr id="186" name="Shape 186"/>
        <p:cNvGrpSpPr/>
        <p:nvPr/>
      </p:nvGrpSpPr>
      <p:grpSpPr>
        <a:xfrm>
          <a:off x="0" y="0"/>
          <a:ext cx="0" cy="0"/>
          <a:chOff x="0" y="0"/>
          <a:chExt cx="0" cy="0"/>
        </a:xfrm>
      </p:grpSpPr>
      <p:sp>
        <p:nvSpPr>
          <p:cNvPr id="187" name="Google Shape;187;p27"/>
          <p:cNvSpPr txBox="1"/>
          <p:nvPr/>
        </p:nvSpPr>
        <p:spPr>
          <a:xfrm>
            <a:off x="1028700" y="4645975"/>
            <a:ext cx="9374100" cy="2166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lang="en-US" sz="8799">
                <a:solidFill>
                  <a:srgbClr val="FFFCF9"/>
                </a:solidFill>
                <a:latin typeface="DM Serif Display"/>
                <a:ea typeface="DM Serif Display"/>
                <a:cs typeface="DM Serif Display"/>
                <a:sym typeface="DM Serif Display"/>
              </a:rPr>
              <a:t>Course Philosophy &amp; Structure</a:t>
            </a:r>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nvSpPr>
        <p:spPr>
          <a:xfrm>
            <a:off x="3134350" y="3525825"/>
            <a:ext cx="9993900" cy="35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C03221"/>
                </a:solidFill>
                <a:latin typeface="DM Serif Display"/>
                <a:ea typeface="DM Serif Display"/>
                <a:cs typeface="DM Serif Display"/>
                <a:sym typeface="DM Serif Display"/>
              </a:rPr>
              <a:t>Course Philosophy</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Approach to vision</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goals / outcomes for the class</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co-design</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AI in this course and how to go about using it</a:t>
            </a:r>
            <a:endParaRPr sz="3200">
              <a:solidFill>
                <a:srgbClr val="C03221"/>
              </a:solidFill>
              <a:latin typeface="DM Serif Display"/>
              <a:ea typeface="DM Serif Display"/>
              <a:cs typeface="DM Serif Display"/>
              <a:sym typeface="DM Serif Displ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nvSpPr>
        <p:spPr>
          <a:xfrm>
            <a:off x="3134350" y="3525825"/>
            <a:ext cx="9993900" cy="35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C03221"/>
                </a:solidFill>
                <a:latin typeface="DM Serif Display"/>
                <a:ea typeface="DM Serif Display"/>
                <a:cs typeface="DM Serif Display"/>
                <a:sym typeface="DM Serif Display"/>
              </a:rPr>
              <a:t>Course Structure</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Topics / week</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Class format (go over what a day looks like - lecture, lab, intro/exit questions)</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Resources: readings, tutorial practice, etc.</a:t>
            </a:r>
            <a:endParaRPr sz="3200">
              <a:solidFill>
                <a:srgbClr val="C03221"/>
              </a:solidFill>
              <a:latin typeface="DM Serif Display"/>
              <a:ea typeface="DM Serif Display"/>
              <a:cs typeface="DM Serif Display"/>
              <a:sym typeface="DM Serif Display"/>
            </a:endParaRPr>
          </a:p>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website / where to go for help</a:t>
            </a:r>
            <a:endParaRPr sz="3200">
              <a:solidFill>
                <a:srgbClr val="C03221"/>
              </a:solidFill>
              <a:latin typeface="DM Serif Display"/>
              <a:ea typeface="DM Serif Display"/>
              <a:cs typeface="DM Serif Display"/>
              <a:sym typeface="DM Serif Displ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nvSpPr>
        <p:spPr>
          <a:xfrm>
            <a:off x="3134350" y="3525825"/>
            <a:ext cx="9993900" cy="35901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Clr>
                <a:srgbClr val="C03221"/>
              </a:buClr>
              <a:buSzPts val="3200"/>
              <a:buFont typeface="DM Serif Display"/>
              <a:buChar char="●"/>
            </a:pPr>
            <a:r>
              <a:rPr lang="en-US" sz="3200">
                <a:solidFill>
                  <a:srgbClr val="C03221"/>
                </a:solidFill>
                <a:latin typeface="DM Serif Display"/>
                <a:ea typeface="DM Serif Display"/>
                <a:cs typeface="DM Serif Display"/>
                <a:sym typeface="DM Serif Display"/>
              </a:rPr>
              <a:t>Goals for today</a:t>
            </a:r>
            <a:endParaRPr sz="3200">
              <a:solidFill>
                <a:srgbClr val="C03221"/>
              </a:solidFill>
              <a:latin typeface="DM Serif Display"/>
              <a:ea typeface="DM Serif Display"/>
              <a:cs typeface="DM Serif Display"/>
              <a:sym typeface="DM Serif Displ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206" name="Shape 206"/>
        <p:cNvGrpSpPr/>
        <p:nvPr/>
      </p:nvGrpSpPr>
      <p:grpSpPr>
        <a:xfrm>
          <a:off x="0" y="0"/>
          <a:ext cx="0" cy="0"/>
          <a:chOff x="0" y="0"/>
          <a:chExt cx="0" cy="0"/>
        </a:xfrm>
      </p:grpSpPr>
      <p:sp>
        <p:nvSpPr>
          <p:cNvPr id="207" name="Google Shape;207;p31"/>
          <p:cNvSpPr txBox="1"/>
          <p:nvPr/>
        </p:nvSpPr>
        <p:spPr>
          <a:xfrm>
            <a:off x="619057" y="2633345"/>
            <a:ext cx="12632400" cy="2154900"/>
          </a:xfrm>
          <a:prstGeom prst="rect">
            <a:avLst/>
          </a:prstGeom>
          <a:noFill/>
          <a:ln>
            <a:noFill/>
          </a:ln>
        </p:spPr>
        <p:txBody>
          <a:bodyPr anchorCtr="0" anchor="t" bIns="0" lIns="0" spcFirstLastPara="1" rIns="0" wrap="square" tIns="0">
            <a:spAutoFit/>
          </a:bodyPr>
          <a:lstStyle/>
          <a:p>
            <a:pPr indent="0" lvl="0" marL="914400" marR="0" rtl="0" algn="l">
              <a:lnSpc>
                <a:spcPct val="120000"/>
              </a:lnSpc>
              <a:spcBef>
                <a:spcPts val="0"/>
              </a:spcBef>
              <a:spcAft>
                <a:spcPts val="0"/>
              </a:spcAft>
              <a:buNone/>
            </a:pPr>
            <a:r>
              <a:t/>
            </a:r>
            <a:endParaRPr/>
          </a:p>
          <a:p>
            <a:pPr indent="-604520" lvl="1" marL="1209041" marR="0" rtl="0" algn="l">
              <a:lnSpc>
                <a:spcPct val="120000"/>
              </a:lnSpc>
              <a:spcBef>
                <a:spcPts val="0"/>
              </a:spcBef>
              <a:spcAft>
                <a:spcPts val="0"/>
              </a:spcAft>
              <a:buClr>
                <a:srgbClr val="C03221"/>
              </a:buClr>
              <a:buSzPts val="5600"/>
              <a:buFont typeface="DM Serif Display"/>
              <a:buAutoNum type="arabicPeriod"/>
            </a:pPr>
            <a:r>
              <a:rPr lang="en-US" sz="5600">
                <a:solidFill>
                  <a:srgbClr val="C03221"/>
                </a:solidFill>
                <a:latin typeface="DM Serif Display"/>
                <a:ea typeface="DM Serif Display"/>
                <a:cs typeface="DM Serif Display"/>
                <a:sym typeface="DM Serif Display"/>
              </a:rPr>
              <a:t>Project Intro</a:t>
            </a:r>
            <a:endParaRPr sz="5600">
              <a:solidFill>
                <a:srgbClr val="C03221"/>
              </a:solidFill>
              <a:latin typeface="DM Serif Display"/>
              <a:ea typeface="DM Serif Display"/>
              <a:cs typeface="DM Serif Display"/>
              <a:sym typeface="DM Serif Display"/>
            </a:endParaRPr>
          </a:p>
          <a:p>
            <a:pPr indent="-604520" lvl="1" marL="1209041" marR="0" rtl="0" algn="l">
              <a:lnSpc>
                <a:spcPct val="120000"/>
              </a:lnSpc>
              <a:spcBef>
                <a:spcPts val="0"/>
              </a:spcBef>
              <a:spcAft>
                <a:spcPts val="0"/>
              </a:spcAft>
              <a:buClr>
                <a:srgbClr val="C03221"/>
              </a:buClr>
              <a:buSzPts val="5600"/>
              <a:buFont typeface="DM Serif Display"/>
              <a:buAutoNum type="arabicPeriod"/>
            </a:pPr>
            <a:r>
              <a:rPr lang="en-US" sz="5600">
                <a:solidFill>
                  <a:srgbClr val="C03221"/>
                </a:solidFill>
                <a:latin typeface="DM Serif Display"/>
                <a:ea typeface="DM Serif Display"/>
                <a:cs typeface="DM Serif Display"/>
                <a:sym typeface="DM Serif Display"/>
              </a:rPr>
              <a:t>Code Setup + Lab</a:t>
            </a:r>
            <a:endParaRPr sz="5600">
              <a:solidFill>
                <a:srgbClr val="C03221"/>
              </a:solidFill>
              <a:latin typeface="DM Serif Display"/>
              <a:ea typeface="DM Serif Display"/>
              <a:cs typeface="DM Serif Display"/>
              <a:sym typeface="DM Serif Display"/>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211" name="Shape 211"/>
        <p:cNvGrpSpPr/>
        <p:nvPr/>
      </p:nvGrpSpPr>
      <p:grpSpPr>
        <a:xfrm>
          <a:off x="0" y="0"/>
          <a:ext cx="0" cy="0"/>
          <a:chOff x="0" y="0"/>
          <a:chExt cx="0" cy="0"/>
        </a:xfrm>
      </p:grpSpPr>
      <p:sp>
        <p:nvSpPr>
          <p:cNvPr id="212" name="Google Shape;212;p32"/>
          <p:cNvSpPr txBox="1"/>
          <p:nvPr/>
        </p:nvSpPr>
        <p:spPr>
          <a:xfrm>
            <a:off x="663724" y="281200"/>
            <a:ext cx="14610600" cy="9395400"/>
          </a:xfrm>
          <a:prstGeom prst="rect">
            <a:avLst/>
          </a:prstGeom>
          <a:noFill/>
          <a:ln>
            <a:noFill/>
          </a:ln>
        </p:spPr>
        <p:txBody>
          <a:bodyPr anchorCtr="0" anchor="t" bIns="0" lIns="0" spcFirstLastPara="1" rIns="0" wrap="square" tIns="0">
            <a:spAutoFit/>
          </a:bodyPr>
          <a:lstStyle/>
          <a:p>
            <a:pPr indent="0" lvl="0" marL="914400" marR="0" rtl="0" algn="l">
              <a:lnSpc>
                <a:spcPct val="120000"/>
              </a:lnSpc>
              <a:spcBef>
                <a:spcPts val="0"/>
              </a:spcBef>
              <a:spcAft>
                <a:spcPts val="0"/>
              </a:spcAft>
              <a:buNone/>
            </a:pPr>
            <a:r>
              <a:t/>
            </a:r>
            <a:endParaRPr/>
          </a:p>
          <a:p>
            <a:pPr indent="0" lvl="0" marL="914400" marR="0" rtl="0" algn="l">
              <a:lnSpc>
                <a:spcPct val="120000"/>
              </a:lnSpc>
              <a:spcBef>
                <a:spcPts val="0"/>
              </a:spcBef>
              <a:spcAft>
                <a:spcPts val="0"/>
              </a:spcAft>
              <a:buNone/>
            </a:pPr>
            <a:r>
              <a:rPr lang="en-US" sz="5600">
                <a:solidFill>
                  <a:srgbClr val="C03221"/>
                </a:solidFill>
                <a:latin typeface="DM Serif Display"/>
                <a:ea typeface="DM Serif Display"/>
                <a:cs typeface="DM Serif Display"/>
                <a:sym typeface="DM Serif Display"/>
              </a:rPr>
              <a:t>Action plan</a:t>
            </a:r>
            <a:endParaRPr sz="5600">
              <a:solidFill>
                <a:srgbClr val="C03221"/>
              </a:solidFill>
              <a:latin typeface="DM Serif Display"/>
              <a:ea typeface="DM Serif Display"/>
              <a:cs typeface="DM Serif Display"/>
              <a:sym typeface="DM Serif Display"/>
            </a:endParaRPr>
          </a:p>
          <a:p>
            <a:pPr indent="-604520" lvl="1" marL="1209041" marR="0" rtl="0" algn="l">
              <a:lnSpc>
                <a:spcPct val="120000"/>
              </a:lnSpc>
              <a:spcBef>
                <a:spcPts val="0"/>
              </a:spcBef>
              <a:spcAft>
                <a:spcPts val="0"/>
              </a:spcAft>
              <a:buClr>
                <a:srgbClr val="C03221"/>
              </a:buClr>
              <a:buSzPts val="5600"/>
              <a:buFont typeface="DM Serif Display"/>
              <a:buAutoNum type="arabicPeriod"/>
            </a:pPr>
            <a:r>
              <a:rPr lang="en-US" sz="5600">
                <a:solidFill>
                  <a:srgbClr val="C03221"/>
                </a:solidFill>
                <a:latin typeface="DM Serif Display"/>
                <a:ea typeface="DM Serif Display"/>
                <a:cs typeface="DM Serif Display"/>
                <a:sym typeface="DM Serif Display"/>
              </a:rPr>
              <a:t>Set-up github claude-code editing</a:t>
            </a:r>
            <a:endParaRPr sz="5600">
              <a:solidFill>
                <a:srgbClr val="C03221"/>
              </a:solidFill>
              <a:latin typeface="DM Serif Display"/>
              <a:ea typeface="DM Serif Display"/>
              <a:cs typeface="DM Serif Display"/>
              <a:sym typeface="DM Serif Display"/>
            </a:endParaRPr>
          </a:p>
          <a:p>
            <a:pPr indent="-604520" lvl="1" marL="1209041" marR="0" rtl="0" algn="l">
              <a:lnSpc>
                <a:spcPct val="120000"/>
              </a:lnSpc>
              <a:spcBef>
                <a:spcPts val="0"/>
              </a:spcBef>
              <a:spcAft>
                <a:spcPts val="0"/>
              </a:spcAft>
              <a:buClr>
                <a:srgbClr val="C03221"/>
              </a:buClr>
              <a:buSzPts val="5600"/>
              <a:buFont typeface="DM Serif Display"/>
              <a:buAutoNum type="arabicPeriod"/>
            </a:pPr>
            <a:r>
              <a:rPr lang="en-US" sz="5600">
                <a:solidFill>
                  <a:srgbClr val="C03221"/>
                </a:solidFill>
                <a:latin typeface="DM Serif Display"/>
                <a:ea typeface="DM Serif Display"/>
                <a:cs typeface="DM Serif Display"/>
                <a:sym typeface="DM Serif Display"/>
              </a:rPr>
              <a:t>Work on the lab</a:t>
            </a:r>
            <a:endParaRPr sz="5600">
              <a:solidFill>
                <a:srgbClr val="C03221"/>
              </a:solidFill>
              <a:latin typeface="DM Serif Display"/>
              <a:ea typeface="DM Serif Display"/>
              <a:cs typeface="DM Serif Display"/>
              <a:sym typeface="DM Serif Display"/>
            </a:endParaRPr>
          </a:p>
          <a:p>
            <a:pPr indent="-584200" lvl="2" marL="1371600" marR="0" rtl="0" algn="l">
              <a:lnSpc>
                <a:spcPct val="120000"/>
              </a:lnSpc>
              <a:spcBef>
                <a:spcPts val="0"/>
              </a:spcBef>
              <a:spcAft>
                <a:spcPts val="0"/>
              </a:spcAft>
              <a:buClr>
                <a:srgbClr val="C03221"/>
              </a:buClr>
              <a:buSzPts val="5600"/>
              <a:buFont typeface="DM Serif Display"/>
              <a:buChar char="■"/>
            </a:pPr>
            <a:r>
              <a:rPr lang="en-US" sz="5600">
                <a:solidFill>
                  <a:srgbClr val="C03221"/>
                </a:solidFill>
                <a:latin typeface="DM Serif Display"/>
                <a:ea typeface="DM Serif Display"/>
                <a:cs typeface="DM Serif Display"/>
                <a:sym typeface="DM Serif Display"/>
              </a:rPr>
              <a:t>Simple System tutorial --- codify the concepts</a:t>
            </a:r>
            <a:endParaRPr sz="5600">
              <a:solidFill>
                <a:srgbClr val="C03221"/>
              </a:solidFill>
              <a:latin typeface="DM Serif Display"/>
              <a:ea typeface="DM Serif Display"/>
              <a:cs typeface="DM Serif Display"/>
              <a:sym typeface="DM Serif Display"/>
            </a:endParaRPr>
          </a:p>
          <a:p>
            <a:pPr indent="-584200" lvl="2" marL="1371600" marR="0" rtl="0" algn="l">
              <a:lnSpc>
                <a:spcPct val="120000"/>
              </a:lnSpc>
              <a:spcBef>
                <a:spcPts val="0"/>
              </a:spcBef>
              <a:spcAft>
                <a:spcPts val="0"/>
              </a:spcAft>
              <a:buClr>
                <a:srgbClr val="C03221"/>
              </a:buClr>
              <a:buSzPts val="5600"/>
              <a:buFont typeface="DM Serif Display"/>
              <a:buChar char="■"/>
            </a:pPr>
            <a:r>
              <a:rPr lang="en-US" sz="5600">
                <a:solidFill>
                  <a:srgbClr val="C03221"/>
                </a:solidFill>
                <a:latin typeface="DM Serif Display"/>
                <a:ea typeface="DM Serif Display"/>
                <a:cs typeface="DM Serif Display"/>
                <a:sym typeface="DM Serif Display"/>
              </a:rPr>
              <a:t>Find existing one or claude code with either numpy or other CV libraries </a:t>
            </a:r>
            <a:endParaRPr sz="5600">
              <a:solidFill>
                <a:srgbClr val="C03221"/>
              </a:solidFill>
              <a:latin typeface="DM Serif Display"/>
              <a:ea typeface="DM Serif Display"/>
              <a:cs typeface="DM Serif Display"/>
              <a:sym typeface="DM Serif Display"/>
            </a:endParaRPr>
          </a:p>
          <a:p>
            <a:pPr indent="-604520" lvl="1" marL="1209041" marR="0" rtl="0" algn="l">
              <a:lnSpc>
                <a:spcPct val="120000"/>
              </a:lnSpc>
              <a:spcBef>
                <a:spcPts val="0"/>
              </a:spcBef>
              <a:spcAft>
                <a:spcPts val="0"/>
              </a:spcAft>
              <a:buClr>
                <a:srgbClr val="C03221"/>
              </a:buClr>
              <a:buSzPts val="5600"/>
              <a:buFont typeface="DM Serif Display"/>
              <a:buAutoNum type="arabicPeriod"/>
            </a:pPr>
            <a:r>
              <a:rPr lang="en-US" sz="5600">
                <a:solidFill>
                  <a:srgbClr val="C03221"/>
                </a:solidFill>
                <a:latin typeface="DM Serif Display"/>
                <a:ea typeface="DM Serif Display"/>
                <a:cs typeface="DM Serif Display"/>
                <a:sym typeface="DM Serif Display"/>
              </a:rPr>
              <a:t>Fine-tune the slides (animations, teacher notes, flow, etc)</a:t>
            </a:r>
            <a:endParaRPr sz="5600">
              <a:solidFill>
                <a:srgbClr val="C03221"/>
              </a:solidFill>
              <a:latin typeface="DM Serif Display"/>
              <a:ea typeface="DM Serif Display"/>
              <a:cs typeface="DM Serif Display"/>
              <a:sym typeface="DM Serif Display"/>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9"/>
        </a:solidFill>
      </p:bgPr>
    </p:bg>
    <p:spTree>
      <p:nvGrpSpPr>
        <p:cNvPr id="216" name="Shape 216"/>
        <p:cNvGrpSpPr/>
        <p:nvPr/>
      </p:nvGrpSpPr>
      <p:grpSpPr>
        <a:xfrm>
          <a:off x="0" y="0"/>
          <a:ext cx="0" cy="0"/>
          <a:chOff x="0" y="0"/>
          <a:chExt cx="0" cy="0"/>
        </a:xfrm>
      </p:grpSpPr>
      <p:sp>
        <p:nvSpPr>
          <p:cNvPr id="217" name="Google Shape;217;p33"/>
          <p:cNvSpPr txBox="1"/>
          <p:nvPr/>
        </p:nvSpPr>
        <p:spPr>
          <a:xfrm>
            <a:off x="2441500" y="1394450"/>
            <a:ext cx="14081100" cy="8361300"/>
          </a:xfrm>
          <a:prstGeom prst="rect">
            <a:avLst/>
          </a:prstGeom>
          <a:noFill/>
          <a:ln>
            <a:noFill/>
          </a:ln>
        </p:spPr>
        <p:txBody>
          <a:bodyPr anchorCtr="0" anchor="t" bIns="0" lIns="0" spcFirstLastPara="1" rIns="0" wrap="square" tIns="0">
            <a:spAutoFit/>
          </a:bodyPr>
          <a:lstStyle/>
          <a:p>
            <a:pPr indent="0" lvl="0" marL="914400" marR="0" rtl="0" algn="l">
              <a:lnSpc>
                <a:spcPct val="120000"/>
              </a:lnSpc>
              <a:spcBef>
                <a:spcPts val="0"/>
              </a:spcBef>
              <a:spcAft>
                <a:spcPts val="0"/>
              </a:spcAft>
              <a:buNone/>
            </a:pPr>
            <a:r>
              <a:t/>
            </a:r>
            <a:endParaRPr/>
          </a:p>
          <a:p>
            <a:pPr indent="-604520" lvl="1" marL="1209041" marR="0" rtl="0" algn="l">
              <a:lnSpc>
                <a:spcPct val="120000"/>
              </a:lnSpc>
              <a:spcBef>
                <a:spcPts val="0"/>
              </a:spcBef>
              <a:spcAft>
                <a:spcPts val="0"/>
              </a:spcAft>
              <a:buClr>
                <a:srgbClr val="C03221"/>
              </a:buClr>
              <a:buSzPts val="5600"/>
              <a:buFont typeface="DM Serif Display"/>
              <a:buAutoNum type="arabicPeriod"/>
            </a:pPr>
            <a:r>
              <a:rPr lang="en-US" sz="5600">
                <a:solidFill>
                  <a:srgbClr val="C03221"/>
                </a:solidFill>
                <a:latin typeface="DM Serif Display"/>
                <a:ea typeface="DM Serif Display"/>
                <a:cs typeface="DM Serif Display"/>
                <a:sym typeface="DM Serif Display"/>
              </a:rPr>
              <a:t>Homework </a:t>
            </a:r>
            <a:endParaRPr sz="5600">
              <a:solidFill>
                <a:srgbClr val="C03221"/>
              </a:solidFill>
              <a:latin typeface="DM Serif Display"/>
              <a:ea typeface="DM Serif Display"/>
              <a:cs typeface="DM Serif Display"/>
              <a:sym typeface="DM Serif Display"/>
            </a:endParaRPr>
          </a:p>
          <a:p>
            <a:pPr indent="-584200" lvl="0" marL="457200" marR="0" rtl="0" algn="l">
              <a:lnSpc>
                <a:spcPct val="120000"/>
              </a:lnSpc>
              <a:spcBef>
                <a:spcPts val="0"/>
              </a:spcBef>
              <a:spcAft>
                <a:spcPts val="0"/>
              </a:spcAft>
              <a:buClr>
                <a:srgbClr val="C03221"/>
              </a:buClr>
              <a:buSzPts val="5600"/>
              <a:buFont typeface="DM Serif Display"/>
              <a:buAutoNum type="alphaUcParenR"/>
            </a:pPr>
            <a:r>
              <a:rPr lang="en-US" sz="5600">
                <a:solidFill>
                  <a:srgbClr val="C03221"/>
                </a:solidFill>
                <a:latin typeface="DM Serif Display"/>
                <a:ea typeface="DM Serif Display"/>
                <a:cs typeface="DM Serif Display"/>
                <a:sym typeface="DM Serif Display"/>
              </a:rPr>
              <a:t>Continuation of in-class lab</a:t>
            </a:r>
            <a:endParaRPr sz="5600">
              <a:solidFill>
                <a:srgbClr val="C03221"/>
              </a:solidFill>
              <a:latin typeface="DM Serif Display"/>
              <a:ea typeface="DM Serif Display"/>
              <a:cs typeface="DM Serif Display"/>
              <a:sym typeface="DM Serif Display"/>
            </a:endParaRPr>
          </a:p>
          <a:p>
            <a:pPr indent="-584200" lvl="0" marL="457200" marR="0" rtl="0" algn="l">
              <a:lnSpc>
                <a:spcPct val="120000"/>
              </a:lnSpc>
              <a:spcBef>
                <a:spcPts val="0"/>
              </a:spcBef>
              <a:spcAft>
                <a:spcPts val="0"/>
              </a:spcAft>
              <a:buClr>
                <a:srgbClr val="C03221"/>
              </a:buClr>
              <a:buSzPts val="5600"/>
              <a:buFont typeface="DM Serif Display"/>
              <a:buAutoNum type="alphaUcParenR"/>
            </a:pPr>
            <a:r>
              <a:rPr lang="en-US" sz="5600">
                <a:solidFill>
                  <a:srgbClr val="C03221"/>
                </a:solidFill>
                <a:latin typeface="DM Serif Display"/>
                <a:ea typeface="DM Serif Display"/>
                <a:cs typeface="DM Serif Display"/>
                <a:sym typeface="DM Serif Display"/>
              </a:rPr>
              <a:t>End of the week: P-sets (driving the concepts home)</a:t>
            </a:r>
            <a:endParaRPr sz="5600">
              <a:solidFill>
                <a:srgbClr val="C03221"/>
              </a:solidFill>
              <a:latin typeface="DM Serif Display"/>
              <a:ea typeface="DM Serif Display"/>
              <a:cs typeface="DM Serif Display"/>
              <a:sym typeface="DM Serif Display"/>
            </a:endParaRPr>
          </a:p>
          <a:p>
            <a:pPr indent="-584200" lvl="1" marL="2286000" marR="0" rtl="0" algn="l">
              <a:lnSpc>
                <a:spcPct val="120000"/>
              </a:lnSpc>
              <a:spcBef>
                <a:spcPts val="0"/>
              </a:spcBef>
              <a:spcAft>
                <a:spcPts val="0"/>
              </a:spcAft>
              <a:buClr>
                <a:srgbClr val="C03221"/>
              </a:buClr>
              <a:buSzPts val="5600"/>
              <a:buFont typeface="DM Serif Display"/>
              <a:buAutoNum type="alphaLcParenR"/>
            </a:pPr>
            <a:r>
              <a:rPr lang="en-US" sz="5600">
                <a:solidFill>
                  <a:srgbClr val="C03221"/>
                </a:solidFill>
                <a:latin typeface="DM Serif Display"/>
                <a:ea typeface="DM Serif Display"/>
                <a:cs typeface="DM Serif Display"/>
                <a:sym typeface="DM Serif Display"/>
              </a:rPr>
              <a:t>E.g. Find an application (or applied version of the concepts in class)  </a:t>
            </a:r>
            <a:endParaRPr sz="5600">
              <a:solidFill>
                <a:srgbClr val="C03221"/>
              </a:solidFill>
              <a:latin typeface="DM Serif Display"/>
              <a:ea typeface="DM Serif Display"/>
              <a:cs typeface="DM Serif Display"/>
              <a:sym typeface="DM Serif Display"/>
            </a:endParaRPr>
          </a:p>
          <a:p>
            <a:pPr indent="-584200" lvl="0" marL="457200" marR="0" rtl="0" algn="l">
              <a:lnSpc>
                <a:spcPct val="120000"/>
              </a:lnSpc>
              <a:spcBef>
                <a:spcPts val="0"/>
              </a:spcBef>
              <a:spcAft>
                <a:spcPts val="0"/>
              </a:spcAft>
              <a:buClr>
                <a:srgbClr val="C03221"/>
              </a:buClr>
              <a:buSzPts val="5600"/>
              <a:buFont typeface="DM Serif Display"/>
              <a:buAutoNum type="alphaUcParenR"/>
            </a:pPr>
            <a:r>
              <a:rPr lang="en-US" sz="5600">
                <a:solidFill>
                  <a:srgbClr val="C03221"/>
                </a:solidFill>
                <a:latin typeface="DM Serif Display"/>
                <a:ea typeface="DM Serif Display"/>
                <a:cs typeface="DM Serif Display"/>
                <a:sym typeface="DM Serif Display"/>
              </a:rPr>
              <a:t>Optional - coding practice (numpy)</a:t>
            </a:r>
            <a:endParaRPr sz="5600">
              <a:solidFill>
                <a:srgbClr val="C03221"/>
              </a:solidFill>
              <a:latin typeface="DM Serif Display"/>
              <a:ea typeface="DM Serif Display"/>
              <a:cs typeface="DM Serif Display"/>
              <a:sym typeface="DM Serif Display"/>
            </a:endParaRPr>
          </a:p>
          <a:p>
            <a:pPr indent="0" lvl="0" marL="1828800" marR="0" rtl="0" algn="l">
              <a:lnSpc>
                <a:spcPct val="120000"/>
              </a:lnSpc>
              <a:spcBef>
                <a:spcPts val="0"/>
              </a:spcBef>
              <a:spcAft>
                <a:spcPts val="0"/>
              </a:spcAft>
              <a:buNone/>
            </a:pPr>
            <a:r>
              <a:t/>
            </a:r>
            <a:endParaRPr sz="5600">
              <a:solidFill>
                <a:srgbClr val="C03221"/>
              </a:solidFill>
              <a:latin typeface="DM Serif Display"/>
              <a:ea typeface="DM Serif Display"/>
              <a:cs typeface="DM Serif Display"/>
              <a:sym typeface="DM Serif Display"/>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 White Slide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